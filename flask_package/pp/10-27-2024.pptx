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8" r:id="rId2"/>
    <p:sldId id="303" r:id="rId3"/>
    <p:sldId id="312" r:id="rId4"/>
    <p:sldId id="258" r:id="rId5"/>
    <p:sldId id="307" r:id="rId6"/>
    <p:sldId id="275" r:id="rId7"/>
    <p:sldId id="265" r:id="rId8"/>
    <p:sldId id="313" r:id="rId9"/>
    <p:sldId id="314" r:id="rId10"/>
    <p:sldId id="31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24" autoAdjust="0"/>
    <p:restoredTop sz="94660"/>
  </p:normalViewPr>
  <p:slideViewPr>
    <p:cSldViewPr snapToGrid="0">
      <p:cViewPr varScale="1">
        <p:scale>
          <a:sx n="44" d="100"/>
          <a:sy n="44" d="100"/>
        </p:scale>
        <p:origin x="86" y="7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E61916-C195-40CF-8A97-35B95939AE2B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4F5071-F95F-455A-B885-17F5E89BD2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7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4F5071-F95F-455A-B885-17F5E89BD2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82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CEEB8-2A70-4C16-9045-2F306E60EB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40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15317-9DC2-902A-5A73-C9C732B91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FDE5C-23C1-ECA0-1989-C333C5124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97E5F-ED1A-3AD5-3075-2049EBE1A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BFDCC-B78F-74AB-D057-75B465ED2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CEEB8-2A70-4C16-9045-2F306E60EB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07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BF86F-1A18-6AD1-612A-470DF4431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04DE5-3E21-DC20-86BE-0803ABCC7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3A339-6C0F-07A0-187B-168B9897E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80EC4-DA2E-9939-B177-2933F28D9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CEEB8-2A70-4C16-9045-2F306E60EB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73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2A3B2-ACCC-794A-4262-3CC40B6DE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E04F2E-622F-1950-A7D3-4C34828CC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2EA61-63EB-CA69-C945-9A83769AE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4FC7-34F3-4A97-A2A7-58DE358E8AA9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CB97A-8BD4-18B6-13BC-91D2F5B34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767F1-E763-6A1F-E7FF-7BD811D6E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9BFF-7ED4-4356-AF40-5C40F9C4B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18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4B0E3-A4F8-F064-B2B7-6DA8E5DA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D211D-884C-7B5E-2984-D18F53EE5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596AE-C56C-2E00-52C1-0EE287009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4FC7-34F3-4A97-A2A7-58DE358E8AA9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32B1C-674A-056F-74ED-26637E83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534E8-ABF8-5429-72D4-F51785FD2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9BFF-7ED4-4356-AF40-5C40F9C4B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28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9769D-EB95-C1A6-2F88-88425AF01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D4922-4D7D-9F04-D676-6EB08C81A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8DADB-FF20-56E0-80E9-B5D81E47E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4FC7-34F3-4A97-A2A7-58DE358E8AA9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87FF8-35DF-3F85-6AE8-033311162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B9EB5-1FB9-6A6B-5712-E7499D23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9BFF-7ED4-4356-AF40-5C40F9C4B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88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88732-2C09-2D8A-A188-865979A22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A1E02-E7CE-33AE-5668-46D7D3063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4BB76-9569-596A-95BC-636D8C5DE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A7DB7-E219-2D8D-88E3-878BCD092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4FC7-34F3-4A97-A2A7-58DE358E8AA9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54119-B884-1D3F-D489-B883764F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B6983-BD60-8504-751C-4A32B8399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9BFF-7ED4-4356-AF40-5C40F9C4B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7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E02E8-6B11-9938-8846-DFB8CB00D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C8337-281A-6C14-A5C2-47D81368C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F0010-76C5-FB29-EE69-BB7C765C7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557FE2-8046-8DE9-FFF3-8F095D2E1C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DE2BA3-EB92-8CE0-E9BA-981203C3E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EAB6B3-F3F7-CDDC-5E2A-8DDEE6BD2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4FC7-34F3-4A97-A2A7-58DE358E8AA9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79E4BA-1EC8-738D-ED85-77D5D203C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1D2E47-77DE-3FCE-1584-644A5C6B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9BFF-7ED4-4356-AF40-5C40F9C4B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0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91D6-65F8-28DE-D9B1-9100F445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A3E1CD-BD62-6042-9AB2-5680B111F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4FC7-34F3-4A97-A2A7-58DE358E8AA9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4AF43-38EC-FA18-08CC-1CD03BFF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C1998-DCB1-676C-553B-9FF365276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9BFF-7ED4-4356-AF40-5C40F9C4B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6D4E0-F3E3-7C8F-6FDD-642106B47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4FC7-34F3-4A97-A2A7-58DE358E8AA9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0F6945-5919-959D-DD3C-9EC7CEFD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396D4-42D5-DF5F-16FA-34229D94A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9BFF-7ED4-4356-AF40-5C40F9C4B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9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FE9CB-DC5B-92ED-D0F8-C73344574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7E605-B8E8-6A2A-D66F-9BB585864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76005-5C23-25FA-8644-A7E553882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748F8-2E2D-8685-5B79-EFE99659E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4FC7-34F3-4A97-A2A7-58DE358E8AA9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09342-A092-A5B6-3DAF-AD035CD90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C617B-29E7-6ED8-3DC8-257ED0400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9BFF-7ED4-4356-AF40-5C40F9C4B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04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3D145-53F0-F280-7969-36C55A479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FEA7AF-7A77-80FA-CF5F-06C88AE795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70119-9369-F7D0-5ADA-D2199734F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7C5B7-1AE6-C796-E503-5EE104C1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4FC7-34F3-4A97-A2A7-58DE358E8AA9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1A642-8417-F380-67B2-2A5E2D2A1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019BF-3513-7491-3881-D8E7FE495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9BFF-7ED4-4356-AF40-5C40F9C4B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22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942C-3E07-5B6E-E3CA-A8CD3390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31ED8-FED7-31B7-F4B1-A8117E2C6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3EAD3-0ED8-F658-4397-81A1E505C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4FC7-34F3-4A97-A2A7-58DE358E8AA9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08AB2-3785-0CB0-1573-521BC13F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7AEF1-46EA-99E5-3955-EE98A362F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9BFF-7ED4-4356-AF40-5C40F9C4B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13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3C353-6691-BA35-3665-0056BC64D1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6EBBE-1448-2888-750F-7319E72BE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386C-8ECE-9703-D11A-5F9269187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A4FC7-34F3-4A97-A2A7-58DE358E8AA9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91B4E-2C78-44F3-BD15-CC9A05CA0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717D3-4282-FAF8-6A9C-1F065B7ED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9BFF-7ED4-4356-AF40-5C40F9C4B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48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8D5401-4010-59EC-D4D7-3E3AED2A6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437F8-4187-BFF9-654A-BFC035DA0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53571-B02E-588F-7277-BFDA77EEC0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A4FC7-34F3-4A97-A2A7-58DE358E8AA9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B259E-DE05-3101-DACC-D5CC05CDC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BF5EC-7824-DCBA-C3C0-1057C6B7CA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E9BFF-7ED4-4356-AF40-5C40F9C4B5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98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10896BB-D479-4859-96F0-0A1C829D7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E9B08919-4088-4FCA-BD60-173C6C3DE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966" y="669005"/>
            <a:ext cx="5482068" cy="5519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74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52A173-4E0C-C6D8-9EDA-277A014126CB}"/>
              </a:ext>
            </a:extLst>
          </p:cNvPr>
          <p:cNvSpPr txBox="1"/>
          <p:nvPr/>
        </p:nvSpPr>
        <p:spPr>
          <a:xfrm>
            <a:off x="0" y="23150"/>
            <a:ext cx="6202900" cy="36736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am-ET" sz="4800" b="1" u="sng" dirty="0">
                <a:latin typeface="+mj-lt"/>
                <a:ea typeface="+mj-ea"/>
                <a:cs typeface="+mj-cs"/>
              </a:rPr>
              <a:t>*ወመኑ መሐሪ*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am-ET" sz="4800" dirty="0">
                <a:latin typeface="+mj-lt"/>
                <a:ea typeface="+mj-ea"/>
                <a:cs typeface="+mj-cs"/>
              </a:rPr>
              <a:t> ወመኑ መሐሪ ዘከማከ/፪/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am-ET" sz="4800" dirty="0">
                <a:latin typeface="+mj-lt"/>
                <a:ea typeface="+mj-ea"/>
                <a:cs typeface="+mj-cs"/>
              </a:rPr>
              <a:t>ወኲሉ ይሴፎ ኪያከ/፬/እኽ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am-ET" sz="4800" dirty="0">
                <a:latin typeface="+mj-lt"/>
                <a:ea typeface="+mj-ea"/>
                <a:cs typeface="+mj-cs"/>
              </a:rPr>
              <a:t>መን ኣሎ መሓሪ ከማኻ /2/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am-ET" sz="4800" dirty="0">
                <a:latin typeface="+mj-lt"/>
                <a:ea typeface="+mj-ea"/>
                <a:cs typeface="+mj-cs"/>
              </a:rPr>
              <a:t>ኩሉ ተስፋ ይገብር ናባኻ /4/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circular logo with a building and text&#10;&#10;Description automatically generated with medium confidence">
            <a:extLst>
              <a:ext uri="{FF2B5EF4-FFF2-40B4-BE49-F238E27FC236}">
                <a16:creationId xmlns:a16="http://schemas.microsoft.com/office/drawing/2014/main" id="{7C50B3B7-4B13-6733-C87C-4376E207B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180" y="23150"/>
            <a:ext cx="1634181" cy="16438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A84095-D3B3-B37F-790D-0E2D403AEA99}"/>
              </a:ext>
            </a:extLst>
          </p:cNvPr>
          <p:cNvSpPr txBox="1"/>
          <p:nvPr/>
        </p:nvSpPr>
        <p:spPr>
          <a:xfrm>
            <a:off x="2620108" y="3429000"/>
            <a:ext cx="9407769" cy="34058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u="sng" dirty="0">
                <a:latin typeface="+mj-lt"/>
                <a:ea typeface="+mj-ea"/>
                <a:cs typeface="+mj-cs"/>
              </a:rPr>
              <a:t>*</a:t>
            </a:r>
            <a:r>
              <a:rPr lang="en-US" sz="4800" b="1" u="sng" dirty="0" err="1">
                <a:latin typeface="+mj-lt"/>
                <a:ea typeface="+mj-ea"/>
                <a:cs typeface="+mj-cs"/>
              </a:rPr>
              <a:t>wemenu</a:t>
            </a:r>
            <a:r>
              <a:rPr lang="en-US" sz="4800" b="1" u="sng" dirty="0">
                <a:latin typeface="+mj-lt"/>
                <a:ea typeface="+mj-ea"/>
                <a:cs typeface="+mj-cs"/>
              </a:rPr>
              <a:t> </a:t>
            </a:r>
            <a:r>
              <a:rPr lang="en-US" sz="4800" b="1" u="sng" dirty="0" err="1">
                <a:latin typeface="+mj-lt"/>
                <a:ea typeface="+mj-ea"/>
                <a:cs typeface="+mj-cs"/>
              </a:rPr>
              <a:t>meHeri</a:t>
            </a:r>
            <a:r>
              <a:rPr lang="en-US" sz="4800" b="1" u="sng" dirty="0">
                <a:latin typeface="+mj-lt"/>
                <a:ea typeface="+mj-ea"/>
                <a:cs typeface="+mj-cs"/>
              </a:rPr>
              <a:t>*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wemenu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mehari 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zekemake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/2/ 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wekuilu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ysiefo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kiyake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/4/ 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ehe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mean 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alo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mehari 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kemaka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/2/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kulu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tesfa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ygebr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nabaka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/4/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13370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circle, logo&#10;&#10;Description automatically generated">
            <a:extLst>
              <a:ext uri="{FF2B5EF4-FFF2-40B4-BE49-F238E27FC236}">
                <a16:creationId xmlns:a16="http://schemas.microsoft.com/office/drawing/2014/main" id="{BD349724-4316-6186-5DBB-B44F5CD6B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7788" y="25089"/>
            <a:ext cx="1620253" cy="162839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6BEBA11-D522-545C-E7E1-778C4FFF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0649"/>
            <a:ext cx="7640690" cy="336534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am-ET" sz="4800" b="1" u="sng" dirty="0"/>
              <a:t>ኪዳንኪ</a:t>
            </a:r>
            <a:br>
              <a:rPr lang="am-ET" sz="4800" b="1" u="sng" dirty="0"/>
            </a:br>
            <a:br>
              <a:rPr lang="am-ET" sz="4800" b="1" u="sng" dirty="0"/>
            </a:br>
            <a:r>
              <a:rPr lang="am-ET" sz="4800" dirty="0"/>
              <a:t>አማን በአማን/፬/ ኪዳንኪ/፪/</a:t>
            </a:r>
            <a:br>
              <a:rPr lang="am-ET" sz="4800" dirty="0"/>
            </a:br>
            <a:r>
              <a:rPr lang="am-ET" sz="4800" dirty="0"/>
              <a:t>ኪዳንኪ ኢየኃልቅ/፬/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8B4D29-259F-FBB7-F386-8B828964E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9BFF-7ED4-4356-AF40-5C40F9C4B52A}" type="slidenum">
              <a:rPr lang="en-US" smtClean="0"/>
              <a:t>3</a:t>
            </a:fld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679E0845-4721-0EED-D985-661888A8FD1B}"/>
              </a:ext>
            </a:extLst>
          </p:cNvPr>
          <p:cNvSpPr txBox="1">
            <a:spLocks/>
          </p:cNvSpPr>
          <p:nvPr/>
        </p:nvSpPr>
        <p:spPr>
          <a:xfrm>
            <a:off x="2570111" y="3488632"/>
            <a:ext cx="9135381" cy="32002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 err="1"/>
              <a:t>Kidanki</a:t>
            </a:r>
            <a:br>
              <a:rPr lang="en-US" sz="4800" b="1" u="sng" dirty="0"/>
            </a:br>
            <a:r>
              <a:rPr lang="fi-FI" sz="4800" dirty="0">
                <a:solidFill>
                  <a:srgbClr val="212529"/>
                </a:solidFill>
                <a:latin typeface="system-ui"/>
              </a:rPr>
              <a:t>A</a:t>
            </a:r>
            <a:r>
              <a:rPr lang="fi-FI" i="0" dirty="0">
                <a:solidFill>
                  <a:srgbClr val="212529"/>
                </a:solidFill>
                <a:effectLst/>
                <a:latin typeface="system-ui"/>
              </a:rPr>
              <a:t>man</a:t>
            </a:r>
            <a:r>
              <a:rPr lang="fi-FI" b="0" i="0" dirty="0">
                <a:solidFill>
                  <a:srgbClr val="212529"/>
                </a:solidFill>
                <a:effectLst/>
                <a:latin typeface="system-ui"/>
              </a:rPr>
              <a:t> beaman/4/ kidanki/2/</a:t>
            </a:r>
            <a:br>
              <a:rPr lang="fi-FI" b="0" i="0" dirty="0">
                <a:solidFill>
                  <a:srgbClr val="212529"/>
                </a:solidFill>
                <a:effectLst/>
                <a:latin typeface="system-ui"/>
              </a:rPr>
            </a:br>
            <a:r>
              <a:rPr lang="fi-FI" b="0" i="0" dirty="0">
                <a:solidFill>
                  <a:srgbClr val="212529"/>
                </a:solidFill>
                <a:effectLst/>
                <a:latin typeface="system-ui"/>
              </a:rPr>
              <a:t>kidanki eyahalqi/4/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350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circle, logo&#10;&#10;Description automatically generated">
            <a:extLst>
              <a:ext uri="{FF2B5EF4-FFF2-40B4-BE49-F238E27FC236}">
                <a16:creationId xmlns:a16="http://schemas.microsoft.com/office/drawing/2014/main" id="{BD349724-4316-6186-5DBB-B44F5CD6B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7788" y="25089"/>
            <a:ext cx="1620253" cy="162839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6BEBA11-D522-545C-E7E1-778C4FFF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089"/>
            <a:ext cx="8018585" cy="343414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am-ET" sz="4800" b="1" u="sng" dirty="0"/>
              <a:t>እፎ ተሰወረ</a:t>
            </a:r>
            <a:br>
              <a:rPr lang="am-ET" sz="4800" dirty="0"/>
            </a:br>
            <a:r>
              <a:rPr lang="am-ET" sz="4800" dirty="0"/>
              <a:t>እፎ ተሰወረ(፬)</a:t>
            </a:r>
            <a:br>
              <a:rPr lang="am-ET" sz="4800" dirty="0"/>
            </a:br>
            <a:r>
              <a:rPr lang="am-ET" sz="4800" dirty="0"/>
              <a:t>ኣረጋዊ ኣረጋዊ ኃበ ደብረ ከርቤ(፬) እህ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8B4D29-259F-FBB7-F386-8B828964E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E9BFF-7ED4-4356-AF40-5C40F9C4B52A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FFC6CE5-7050-0409-2B07-2392E8BFA1BB}"/>
              </a:ext>
            </a:extLst>
          </p:cNvPr>
          <p:cNvSpPr txBox="1">
            <a:spLocks/>
          </p:cNvSpPr>
          <p:nvPr/>
        </p:nvSpPr>
        <p:spPr>
          <a:xfrm>
            <a:off x="3655446" y="3276875"/>
            <a:ext cx="7847440" cy="27791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4800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6114DDFA-8CAA-C73B-5F59-B0231234F4F7}"/>
              </a:ext>
            </a:extLst>
          </p:cNvPr>
          <p:cNvSpPr txBox="1">
            <a:spLocks/>
          </p:cNvSpPr>
          <p:nvPr/>
        </p:nvSpPr>
        <p:spPr>
          <a:xfrm>
            <a:off x="1213338" y="3276875"/>
            <a:ext cx="10840731" cy="3434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 err="1"/>
              <a:t>Efo</a:t>
            </a:r>
            <a:r>
              <a:rPr lang="en-US" sz="4800" b="1" u="sng" dirty="0"/>
              <a:t> </a:t>
            </a:r>
            <a:r>
              <a:rPr lang="en-US" sz="4800" b="1" u="sng" dirty="0" err="1"/>
              <a:t>tesewere</a:t>
            </a:r>
            <a:br>
              <a:rPr lang="en-US" sz="4800" u="sng" dirty="0"/>
            </a:br>
            <a:r>
              <a:rPr lang="en-US" sz="4800" dirty="0" err="1"/>
              <a:t>Efo</a:t>
            </a:r>
            <a:r>
              <a:rPr lang="en-US" sz="4800" dirty="0"/>
              <a:t> </a:t>
            </a:r>
            <a:r>
              <a:rPr lang="en-US" sz="4800" dirty="0" err="1"/>
              <a:t>tesewere</a:t>
            </a:r>
            <a:r>
              <a:rPr lang="en-US" sz="4800" dirty="0"/>
              <a:t>(4)</a:t>
            </a:r>
            <a:br>
              <a:rPr lang="en-US" sz="4800" dirty="0"/>
            </a:br>
            <a:r>
              <a:rPr lang="en-US" sz="4800" dirty="0" err="1"/>
              <a:t>Aregawi</a:t>
            </a:r>
            <a:r>
              <a:rPr lang="en-US" sz="4800" dirty="0"/>
              <a:t> </a:t>
            </a:r>
            <a:r>
              <a:rPr lang="en-US" sz="4800" dirty="0" err="1"/>
              <a:t>aregawi</a:t>
            </a:r>
            <a:r>
              <a:rPr lang="en-US" sz="4800" dirty="0"/>
              <a:t> </a:t>
            </a:r>
            <a:r>
              <a:rPr lang="en-US" sz="4800" dirty="0" err="1"/>
              <a:t>habe</a:t>
            </a:r>
            <a:r>
              <a:rPr lang="en-US" sz="4800" dirty="0"/>
              <a:t> </a:t>
            </a:r>
            <a:r>
              <a:rPr lang="en-US" sz="4800" dirty="0" err="1"/>
              <a:t>debre</a:t>
            </a:r>
            <a:r>
              <a:rPr lang="en-US" sz="4800" dirty="0"/>
              <a:t> </a:t>
            </a:r>
            <a:r>
              <a:rPr lang="en-US" sz="4800" dirty="0" err="1"/>
              <a:t>kerbie</a:t>
            </a:r>
            <a:r>
              <a:rPr lang="en-US" sz="4800" dirty="0"/>
              <a:t>(4) eh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304333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335DB8-3136-5B5E-EE24-78A858ED78DB}"/>
              </a:ext>
            </a:extLst>
          </p:cNvPr>
          <p:cNvSpPr txBox="1"/>
          <p:nvPr/>
        </p:nvSpPr>
        <p:spPr>
          <a:xfrm>
            <a:off x="400326" y="767334"/>
            <a:ext cx="113913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m-ET" sz="4800" b="1" u="sng" dirty="0"/>
              <a:t>ስምካ ንኽንፅውዕ</a:t>
            </a:r>
            <a:endParaRPr lang="am-ET" sz="4800" dirty="0"/>
          </a:p>
          <a:p>
            <a:pPr algn="ctr"/>
            <a:r>
              <a:rPr lang="am-ET" sz="4800" dirty="0"/>
              <a:t>ስምካ ንኽንፅውዕ</a:t>
            </a:r>
            <a:r>
              <a:rPr lang="en-US" sz="4800" dirty="0"/>
              <a:t> </a:t>
            </a:r>
            <a:r>
              <a:rPr lang="am-ET" sz="4800" dirty="0"/>
              <a:t>ሰላምካ ሃበና (2) ኣምላኽ ፈጣሪና </a:t>
            </a:r>
          </a:p>
          <a:p>
            <a:pPr algn="ctr"/>
            <a:r>
              <a:rPr lang="am-ET" sz="4800" dirty="0"/>
              <a:t>ዘይትድቅስ ትጉህ ሓላዊና (2)ንህዝብኻ ሰላምካ ሃበና (2)</a:t>
            </a:r>
            <a:endParaRPr lang="am-ET" sz="4400" dirty="0"/>
          </a:p>
        </p:txBody>
      </p:sp>
      <p:pic>
        <p:nvPicPr>
          <p:cNvPr id="4" name="Picture 3" descr="A circular logo with a building and text&#10;&#10;Description automatically generated with medium confidence">
            <a:extLst>
              <a:ext uri="{FF2B5EF4-FFF2-40B4-BE49-F238E27FC236}">
                <a16:creationId xmlns:a16="http://schemas.microsoft.com/office/drawing/2014/main" id="{95DA78A7-EBCD-E6F8-A9FA-81581B00D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696" y="160732"/>
            <a:ext cx="1338312" cy="1346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BCF163-FD07-0C4F-39C8-50E1D41FFBC6}"/>
              </a:ext>
            </a:extLst>
          </p:cNvPr>
          <p:cNvSpPr txBox="1"/>
          <p:nvPr/>
        </p:nvSpPr>
        <p:spPr>
          <a:xfrm>
            <a:off x="-253050" y="3936230"/>
            <a:ext cx="1269810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u="sng" dirty="0" err="1"/>
              <a:t>Simka</a:t>
            </a:r>
            <a:r>
              <a:rPr lang="en-US" sz="4800" b="1" u="sng" dirty="0"/>
              <a:t> </a:t>
            </a:r>
            <a:r>
              <a:rPr lang="en-US" sz="4800" b="1" u="sng" dirty="0" err="1"/>
              <a:t>Nikntsiwue</a:t>
            </a:r>
            <a:endParaRPr lang="en-US" sz="4800" b="1" u="sng" dirty="0"/>
          </a:p>
          <a:p>
            <a:pPr algn="ctr"/>
            <a:r>
              <a:rPr lang="en-US" sz="4300" b="0" i="0" dirty="0" err="1">
                <a:solidFill>
                  <a:srgbClr val="212529"/>
                </a:solidFill>
                <a:effectLst/>
                <a:latin typeface="system-ui"/>
              </a:rPr>
              <a:t>simka</a:t>
            </a:r>
            <a:r>
              <a:rPr lang="en-US" sz="43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300" b="0" i="0" dirty="0" err="1">
                <a:solidFill>
                  <a:srgbClr val="212529"/>
                </a:solidFill>
                <a:effectLst/>
                <a:latin typeface="system-ui"/>
              </a:rPr>
              <a:t>nikntsiwue</a:t>
            </a:r>
            <a:r>
              <a:rPr lang="en-US" sz="43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300" b="0" i="0" dirty="0" err="1">
                <a:solidFill>
                  <a:srgbClr val="212529"/>
                </a:solidFill>
                <a:effectLst/>
                <a:latin typeface="system-ui"/>
              </a:rPr>
              <a:t>selamka</a:t>
            </a:r>
            <a:r>
              <a:rPr lang="en-US" sz="43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300" b="0" i="0" dirty="0" err="1">
                <a:solidFill>
                  <a:srgbClr val="212529"/>
                </a:solidFill>
                <a:effectLst/>
                <a:latin typeface="system-ui"/>
              </a:rPr>
              <a:t>habena</a:t>
            </a:r>
            <a:r>
              <a:rPr lang="en-US" sz="4300" b="0" i="0" dirty="0">
                <a:solidFill>
                  <a:srgbClr val="212529"/>
                </a:solidFill>
                <a:effectLst/>
                <a:latin typeface="system-ui"/>
              </a:rPr>
              <a:t> (2) </a:t>
            </a:r>
            <a:r>
              <a:rPr lang="en-US" sz="4300" b="0" i="0" dirty="0" err="1">
                <a:solidFill>
                  <a:srgbClr val="212529"/>
                </a:solidFill>
                <a:effectLst/>
                <a:latin typeface="system-ui"/>
              </a:rPr>
              <a:t>amlak</a:t>
            </a:r>
            <a:r>
              <a:rPr lang="en-US" sz="43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300" b="0" i="0" dirty="0" err="1">
                <a:solidFill>
                  <a:srgbClr val="212529"/>
                </a:solidFill>
                <a:effectLst/>
                <a:latin typeface="system-ui"/>
              </a:rPr>
              <a:t>fetarina</a:t>
            </a:r>
            <a:r>
              <a:rPr lang="en-US" sz="43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300" b="0" i="0" dirty="0" err="1">
                <a:solidFill>
                  <a:srgbClr val="212529"/>
                </a:solidFill>
                <a:effectLst/>
                <a:latin typeface="system-ui"/>
              </a:rPr>
              <a:t>zeytdqis</a:t>
            </a:r>
            <a:r>
              <a:rPr lang="en-US" sz="43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300" b="0" i="0" dirty="0" err="1">
                <a:solidFill>
                  <a:srgbClr val="212529"/>
                </a:solidFill>
                <a:effectLst/>
                <a:latin typeface="system-ui"/>
              </a:rPr>
              <a:t>tiguh</a:t>
            </a:r>
            <a:r>
              <a:rPr lang="en-US" sz="43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300" dirty="0" err="1">
                <a:solidFill>
                  <a:srgbClr val="212529"/>
                </a:solidFill>
                <a:latin typeface="system-ui"/>
              </a:rPr>
              <a:t>h</a:t>
            </a:r>
            <a:r>
              <a:rPr lang="en-US" sz="4300" b="0" i="0" dirty="0" err="1">
                <a:solidFill>
                  <a:srgbClr val="212529"/>
                </a:solidFill>
                <a:effectLst/>
                <a:latin typeface="system-ui"/>
              </a:rPr>
              <a:t>alawina</a:t>
            </a:r>
            <a:r>
              <a:rPr lang="en-US" sz="4300" b="0" i="0" dirty="0">
                <a:solidFill>
                  <a:srgbClr val="212529"/>
                </a:solidFill>
                <a:effectLst/>
                <a:latin typeface="system-ui"/>
              </a:rPr>
              <a:t> (2) </a:t>
            </a:r>
            <a:r>
              <a:rPr lang="en-US" sz="4300" b="0" i="0" dirty="0" err="1">
                <a:solidFill>
                  <a:srgbClr val="212529"/>
                </a:solidFill>
                <a:effectLst/>
                <a:latin typeface="system-ui"/>
              </a:rPr>
              <a:t>nihzbika</a:t>
            </a:r>
            <a:r>
              <a:rPr lang="en-US" sz="43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300" b="0" i="0" dirty="0" err="1">
                <a:solidFill>
                  <a:srgbClr val="212529"/>
                </a:solidFill>
                <a:effectLst/>
                <a:latin typeface="system-ui"/>
              </a:rPr>
              <a:t>selamka</a:t>
            </a:r>
            <a:r>
              <a:rPr lang="en-US" sz="43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300" b="0" i="0" dirty="0" err="1">
                <a:solidFill>
                  <a:srgbClr val="212529"/>
                </a:solidFill>
                <a:effectLst/>
                <a:latin typeface="system-ui"/>
              </a:rPr>
              <a:t>habena</a:t>
            </a:r>
            <a:r>
              <a:rPr lang="en-US" sz="4300" b="0" i="0" dirty="0">
                <a:solidFill>
                  <a:srgbClr val="212529"/>
                </a:solidFill>
                <a:effectLst/>
                <a:latin typeface="system-ui"/>
              </a:rPr>
              <a:t> (2)</a:t>
            </a:r>
            <a:endParaRPr lang="am-ET" sz="4300" dirty="0"/>
          </a:p>
        </p:txBody>
      </p:sp>
    </p:spTree>
    <p:extLst>
      <p:ext uri="{BB962C8B-B14F-4D97-AF65-F5344CB8AC3E}">
        <p14:creationId xmlns:p14="http://schemas.microsoft.com/office/powerpoint/2010/main" val="1906877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C12A30-853E-400F-B9F7-72EDC5B9B45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130118" cy="34985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60579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630936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am-ET" sz="4800" b="1" u="sng" dirty="0"/>
              <a:t>ኣክሊለ ጽጌ</a:t>
            </a:r>
            <a:endParaRPr lang="am-ET" sz="4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am-ET" sz="4800" dirty="0"/>
              <a:t>አክሊለ ጽጌ ማርያም አክሊለ ጽጌ(4)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am-ET" sz="4800" dirty="0"/>
              <a:t>ቀፀላ መንግስቱ መንግስቱ ለጊወርግስ(2)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am-ET" sz="4800" dirty="0"/>
              <a:t>ክበበ ጌራወርቅ (2) አክሊለ ጽጌ(4)እህ</a:t>
            </a:r>
            <a:endParaRPr lang="en-US" sz="4400" dirty="0">
              <a:solidFill>
                <a:schemeClr val="tx1"/>
              </a:solidFill>
              <a:ea typeface="+mn-ea"/>
            </a:endParaRPr>
          </a:p>
        </p:txBody>
      </p:sp>
      <p:pic>
        <p:nvPicPr>
          <p:cNvPr id="2" name="Picture 1" descr="A picture containing text, circle, logo&#10;&#10;Description automatically generated">
            <a:extLst>
              <a:ext uri="{FF2B5EF4-FFF2-40B4-BE49-F238E27FC236}">
                <a16:creationId xmlns:a16="http://schemas.microsoft.com/office/drawing/2014/main" id="{893278F5-5359-C0A3-F23F-76BB916E1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6040" y="0"/>
            <a:ext cx="1707971" cy="17180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146CB-CC8A-7CB7-F347-70B949D1394C}"/>
              </a:ext>
            </a:extLst>
          </p:cNvPr>
          <p:cNvSpPr txBox="1">
            <a:spLocks/>
          </p:cNvSpPr>
          <p:nvPr/>
        </p:nvSpPr>
        <p:spPr>
          <a:xfrm>
            <a:off x="49770" y="3390676"/>
            <a:ext cx="11714337" cy="34985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60579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630936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4800" b="1" i="0" u="sng" dirty="0" err="1">
                <a:solidFill>
                  <a:srgbClr val="212529"/>
                </a:solidFill>
                <a:effectLst/>
                <a:latin typeface="system-ui"/>
              </a:rPr>
              <a:t>Aklile</a:t>
            </a:r>
            <a:r>
              <a:rPr lang="en-US" sz="4800" b="1" i="0" u="sng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800" b="1" i="0" u="sng" dirty="0" err="1">
                <a:solidFill>
                  <a:srgbClr val="212529"/>
                </a:solidFill>
                <a:effectLst/>
                <a:latin typeface="system-ui"/>
              </a:rPr>
              <a:t>Tsigie</a:t>
            </a:r>
            <a:endParaRPr lang="en-US" sz="4800" b="1" i="0" u="sng" dirty="0">
              <a:solidFill>
                <a:srgbClr val="212529"/>
              </a:solidFill>
              <a:effectLst/>
              <a:latin typeface="system-ui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4800" dirty="0" err="1">
                <a:solidFill>
                  <a:srgbClr val="212529"/>
                </a:solidFill>
                <a:latin typeface="system-ui"/>
              </a:rPr>
              <a:t>A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klile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800" dirty="0" err="1">
                <a:solidFill>
                  <a:srgbClr val="212529"/>
                </a:solidFill>
                <a:latin typeface="system-ui"/>
              </a:rPr>
              <a:t>tsi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gie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800" dirty="0">
                <a:solidFill>
                  <a:srgbClr val="212529"/>
                </a:solidFill>
                <a:latin typeface="system-ui"/>
              </a:rPr>
              <a:t>M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aryam </a:t>
            </a:r>
            <a:r>
              <a:rPr lang="en-US" sz="4800" dirty="0" err="1">
                <a:solidFill>
                  <a:srgbClr val="212529"/>
                </a:solidFill>
                <a:latin typeface="system-ui"/>
              </a:rPr>
              <a:t>a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klile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800" dirty="0" err="1">
                <a:solidFill>
                  <a:srgbClr val="212529"/>
                </a:solidFill>
                <a:latin typeface="system-ui"/>
              </a:rPr>
              <a:t>tsi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gie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(4)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4800" dirty="0" err="1">
                <a:solidFill>
                  <a:srgbClr val="212529"/>
                </a:solidFill>
                <a:latin typeface="system-ui"/>
              </a:rPr>
              <a:t>K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etsela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mengstu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mengstu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le Giorgis(2)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kbebe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gierawerq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(2) </a:t>
            </a:r>
            <a:r>
              <a:rPr lang="en-US" sz="4800" dirty="0" err="1">
                <a:solidFill>
                  <a:srgbClr val="212529"/>
                </a:solidFill>
                <a:latin typeface="system-ui"/>
              </a:rPr>
              <a:t>a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klile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800" dirty="0" err="1">
                <a:solidFill>
                  <a:srgbClr val="212529"/>
                </a:solidFill>
                <a:latin typeface="system-ui"/>
              </a:rPr>
              <a:t>tsi</a:t>
            </a:r>
            <a:r>
              <a:rPr lang="en-US" sz="4800" b="0" i="0" dirty="0" err="1">
                <a:solidFill>
                  <a:srgbClr val="212529"/>
                </a:solidFill>
                <a:effectLst/>
                <a:latin typeface="system-ui"/>
              </a:rPr>
              <a:t>gie</a:t>
            </a:r>
            <a:r>
              <a:rPr lang="en-US" sz="4800" b="0" i="0" dirty="0">
                <a:solidFill>
                  <a:srgbClr val="212529"/>
                </a:solidFill>
                <a:effectLst/>
                <a:latin typeface="system-ui"/>
              </a:rPr>
              <a:t>(4)eh</a:t>
            </a:r>
            <a:endParaRPr lang="en-US" sz="4000" dirty="0">
              <a:solidFill>
                <a:schemeClr val="tx1"/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99194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C12A30-853E-400F-B9F7-72EDC5B9B45A}"/>
              </a:ext>
            </a:extLst>
          </p:cNvPr>
          <p:cNvSpPr txBox="1">
            <a:spLocks/>
          </p:cNvSpPr>
          <p:nvPr/>
        </p:nvSpPr>
        <p:spPr>
          <a:xfrm>
            <a:off x="108992" y="0"/>
            <a:ext cx="8293076" cy="38848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60579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630936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am-ET" sz="4800" b="1" u="sng" dirty="0"/>
              <a:t>ኣቡነ ኣረጋዊ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am-ET" sz="5400" dirty="0"/>
              <a:t>ኣረጋዊ ፃድቅ ፃድቅ ዘደብረ ዳሞ(፪)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am-ET" sz="5400" dirty="0"/>
              <a:t>ዓመት ዕቖረና ንቤተ ምቅደስካ መፂና ክንስዕሞ(፪) እህ</a:t>
            </a:r>
            <a:endParaRPr kumimoji="0" lang="en-US" sz="44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circular logo with a building and text&#10;&#10;Description automatically generated with medium confidence">
            <a:extLst>
              <a:ext uri="{FF2B5EF4-FFF2-40B4-BE49-F238E27FC236}">
                <a16:creationId xmlns:a16="http://schemas.microsoft.com/office/drawing/2014/main" id="{96F0A08D-C918-50C2-7E5A-017C8934A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696" y="160732"/>
            <a:ext cx="1338312" cy="13462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78C5-EC1C-807D-C4DB-24D67B200858}"/>
              </a:ext>
            </a:extLst>
          </p:cNvPr>
          <p:cNvSpPr txBox="1">
            <a:spLocks/>
          </p:cNvSpPr>
          <p:nvPr/>
        </p:nvSpPr>
        <p:spPr>
          <a:xfrm>
            <a:off x="1143000" y="3675184"/>
            <a:ext cx="10339754" cy="3182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60579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630936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4800" b="1" u="sng" dirty="0" err="1"/>
              <a:t>abune</a:t>
            </a:r>
            <a:r>
              <a:rPr lang="en-US" sz="4800" b="1" u="sng" dirty="0"/>
              <a:t> </a:t>
            </a:r>
            <a:r>
              <a:rPr lang="en-US" sz="4800" b="1" u="sng" dirty="0" err="1"/>
              <a:t>aregawi</a:t>
            </a:r>
            <a:r>
              <a:rPr lang="en-US" sz="4800" b="1" u="sng" dirty="0"/>
              <a:t> 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4400" dirty="0" err="1">
                <a:solidFill>
                  <a:srgbClr val="212529"/>
                </a:solidFill>
                <a:latin typeface="system-ui"/>
              </a:rPr>
              <a:t>A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regawi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tsadiq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tsadiq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zedebre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damo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(2) 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4400" dirty="0" err="1">
                <a:solidFill>
                  <a:srgbClr val="212529"/>
                </a:solidFill>
                <a:latin typeface="system-ui"/>
              </a:rPr>
              <a:t>a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met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eqorena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nibete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meqdeska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metsina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kinsemo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(2) eh</a:t>
            </a:r>
            <a:endParaRPr kumimoji="0" lang="en-US" sz="44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797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194FB-C0CF-E9F5-0008-DECD2E746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DD3084-593A-7ED1-68B6-FE1A39779133}"/>
              </a:ext>
            </a:extLst>
          </p:cNvPr>
          <p:cNvSpPr txBox="1">
            <a:spLocks/>
          </p:cNvSpPr>
          <p:nvPr/>
        </p:nvSpPr>
        <p:spPr>
          <a:xfrm>
            <a:off x="108992" y="160732"/>
            <a:ext cx="8293076" cy="32682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60579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630936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am-ET" sz="4800" b="1" u="sng" dirty="0"/>
              <a:t>ኣእርገኒ ሊተ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am-ET" sz="5400" dirty="0"/>
              <a:t>አዕርገኒ ሊተ /፪/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am-ET" sz="5400" dirty="0"/>
              <a:t>አረጋዊ/፪/ ሃበ ደብረ ከርቤ/፬/</a:t>
            </a:r>
            <a:endParaRPr kumimoji="0" lang="en-US" sz="44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circular logo with a building and text&#10;&#10;Description automatically generated with medium confidence">
            <a:extLst>
              <a:ext uri="{FF2B5EF4-FFF2-40B4-BE49-F238E27FC236}">
                <a16:creationId xmlns:a16="http://schemas.microsoft.com/office/drawing/2014/main" id="{1A36C80C-BF56-D2C6-00E3-46B184940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696" y="160732"/>
            <a:ext cx="1338312" cy="13462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E5FFC-1F67-4504-9F15-068E89D1D605}"/>
              </a:ext>
            </a:extLst>
          </p:cNvPr>
          <p:cNvSpPr txBox="1">
            <a:spLocks/>
          </p:cNvSpPr>
          <p:nvPr/>
        </p:nvSpPr>
        <p:spPr>
          <a:xfrm>
            <a:off x="2086638" y="3791643"/>
            <a:ext cx="8534470" cy="2824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60579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630936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4800" b="1" u="sng" dirty="0" err="1"/>
              <a:t>Aergeni</a:t>
            </a:r>
            <a:r>
              <a:rPr lang="en-US" sz="4800" b="1" u="sng" dirty="0"/>
              <a:t> </a:t>
            </a:r>
            <a:r>
              <a:rPr lang="en-US" sz="4800" b="1" u="sng" dirty="0" err="1"/>
              <a:t>litae</a:t>
            </a:r>
            <a:r>
              <a:rPr lang="en-US" sz="4800" b="1" u="sng" dirty="0"/>
              <a:t> 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Aeregeni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litae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/2/ 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4400" dirty="0" err="1">
                <a:solidFill>
                  <a:srgbClr val="212529"/>
                </a:solidFill>
                <a:latin typeface="system-ui"/>
              </a:rPr>
              <a:t>A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regawi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/2/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habe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debre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kerbie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/4/</a:t>
            </a:r>
            <a:endParaRPr kumimoji="0" lang="en-US" sz="44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6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C2A40-C0EB-5D33-1A90-CDD642408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8C7CEB-CFB4-2B02-A513-A25967900833}"/>
              </a:ext>
            </a:extLst>
          </p:cNvPr>
          <p:cNvSpPr txBox="1">
            <a:spLocks/>
          </p:cNvSpPr>
          <p:nvPr/>
        </p:nvSpPr>
        <p:spPr>
          <a:xfrm>
            <a:off x="108992" y="0"/>
            <a:ext cx="8788823" cy="38562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60579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630936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am-ET" sz="4800" b="1" u="sng" dirty="0"/>
              <a:t>ኣቡነ ኣረጋዊ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am-ET" sz="5400" dirty="0"/>
              <a:t>ኣቡነ ኣረጋዊ ፃዲቕ ባሕታዊ(፪)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am-ET" sz="5400" dirty="0"/>
              <a:t>ከም ሰብ ተወሊዱ ግብሩ ሰማያዊ(፪)</a:t>
            </a:r>
            <a:endParaRPr kumimoji="0" lang="en-US" sz="44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circular logo with a building and text&#10;&#10;Description automatically generated with medium confidence">
            <a:extLst>
              <a:ext uri="{FF2B5EF4-FFF2-40B4-BE49-F238E27FC236}">
                <a16:creationId xmlns:a16="http://schemas.microsoft.com/office/drawing/2014/main" id="{0E084FC6-598C-EBD7-553C-AD8DC31F7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696" y="160732"/>
            <a:ext cx="1338312" cy="13462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ECAE0-7B72-E2AB-32F5-17C4675F3A03}"/>
              </a:ext>
            </a:extLst>
          </p:cNvPr>
          <p:cNvSpPr txBox="1">
            <a:spLocks/>
          </p:cNvSpPr>
          <p:nvPr/>
        </p:nvSpPr>
        <p:spPr>
          <a:xfrm>
            <a:off x="2086637" y="3791643"/>
            <a:ext cx="9026839" cy="2824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  <a:defRPr sz="20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2pPr>
            <a:lvl3pPr marL="605790" indent="-2857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3pPr>
            <a:lvl4pPr marL="630936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80000"/>
              <a:buFont typeface="Arial" panose="020B0604020202020204" pitchFamily="34" charset="0"/>
              <a:buChar char="•"/>
              <a:defRPr sz="1400" kern="1200" spc="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600"/>
              </a:spcAft>
              <a:buNone/>
            </a:pPr>
            <a:r>
              <a:rPr lang="en-US" sz="4400" b="1" u="sng" dirty="0" err="1">
                <a:solidFill>
                  <a:srgbClr val="212529"/>
                </a:solidFill>
                <a:latin typeface="system-ui"/>
              </a:rPr>
              <a:t>A</a:t>
            </a:r>
            <a:r>
              <a:rPr lang="en-US" sz="4400" b="1" i="0" u="sng" dirty="0" err="1">
                <a:solidFill>
                  <a:srgbClr val="212529"/>
                </a:solidFill>
                <a:effectLst/>
                <a:latin typeface="system-ui"/>
              </a:rPr>
              <a:t>bune</a:t>
            </a:r>
            <a:r>
              <a:rPr lang="en-US" sz="4400" b="1" i="0" u="sng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1" i="0" u="sng" dirty="0" err="1">
                <a:solidFill>
                  <a:srgbClr val="212529"/>
                </a:solidFill>
                <a:effectLst/>
                <a:latin typeface="system-ui"/>
              </a:rPr>
              <a:t>Aregawi</a:t>
            </a:r>
            <a:r>
              <a:rPr lang="en-US" sz="4400" b="1" i="0" u="sng" dirty="0">
                <a:solidFill>
                  <a:srgbClr val="212529"/>
                </a:solidFill>
                <a:effectLst/>
                <a:latin typeface="system-ui"/>
              </a:rPr>
              <a:t> 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4400" dirty="0" err="1">
                <a:solidFill>
                  <a:srgbClr val="212529"/>
                </a:solidFill>
                <a:latin typeface="system-ui"/>
              </a:rPr>
              <a:t>A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bune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dirty="0" err="1">
                <a:solidFill>
                  <a:srgbClr val="212529"/>
                </a:solidFill>
                <a:latin typeface="system-ui"/>
              </a:rPr>
              <a:t>A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regawi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tsadiq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bahtawi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(2) 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kem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seb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tewelidu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gibru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US" sz="4400" b="0" i="0" dirty="0" err="1">
                <a:solidFill>
                  <a:srgbClr val="212529"/>
                </a:solidFill>
                <a:effectLst/>
                <a:latin typeface="system-ui"/>
              </a:rPr>
              <a:t>semayawi</a:t>
            </a:r>
            <a:r>
              <a:rPr lang="en-US" sz="4400" b="0" i="0" dirty="0">
                <a:solidFill>
                  <a:srgbClr val="212529"/>
                </a:solidFill>
                <a:effectLst/>
                <a:latin typeface="system-ui"/>
              </a:rPr>
              <a:t>(2)</a:t>
            </a:r>
            <a:endParaRPr kumimoji="0" lang="en-US" sz="44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6160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10896BB-D479-4859-96F0-0A1C829D7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E9B08919-4088-4FCA-BD60-173C6C3DE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966" y="669005"/>
            <a:ext cx="5482068" cy="5519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4488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12871</TotalTime>
  <Words>351</Words>
  <Application>Microsoft Office PowerPoint</Application>
  <PresentationFormat>Widescreen</PresentationFormat>
  <Paragraphs>50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system-ui</vt:lpstr>
      <vt:lpstr>Office Theme</vt:lpstr>
      <vt:lpstr>PowerPoint Presentation</vt:lpstr>
      <vt:lpstr>PowerPoint Presentation</vt:lpstr>
      <vt:lpstr>ኪዳንኪ  አማን በአማን/፬/ ኪዳንኪ/፪/ ኪዳንኪ ኢየኃልቅ/፬/</vt:lpstr>
      <vt:lpstr>እፎ ተሰወረ እፎ ተሰወረ(፬) ኣረጋዊ ኣረጋዊ ኃበ ደብረ ከርቤ(፬) እህ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Mulualem Hailom</dc:creator>
  <cp:lastModifiedBy>Mulualem Hailom</cp:lastModifiedBy>
  <cp:revision>50</cp:revision>
  <dcterms:created xsi:type="dcterms:W3CDTF">2023-06-25T00:26:07Z</dcterms:created>
  <dcterms:modified xsi:type="dcterms:W3CDTF">2024-10-27T14:09:21Z</dcterms:modified>
</cp:coreProperties>
</file>