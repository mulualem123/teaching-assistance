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7ba5125725682f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g7ba5125725682f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7ba5125725682f8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7ba5125725682f8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5319" y="0"/>
            <a:ext cx="511336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 u="sng">
                <a:solidFill>
                  <a:srgbClr val="000000"/>
                </a:solidFill>
              </a:rPr>
              <a:t>ኣውረድዎ</a:t>
            </a:r>
            <a:endParaRPr b="1" sz="3600" u="sng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000000"/>
                </a:solidFill>
              </a:rPr>
              <a:t>ኣውረድዎ(፫)</a:t>
            </a:r>
            <a:endParaRPr b="1" sz="36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000000"/>
                </a:solidFill>
              </a:rPr>
              <a:t>እደው ጻድቃን(፫)ኣውረድዎ/፪/ እህ</a:t>
            </a:r>
            <a:endParaRPr b="1" sz="3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 u="sng">
                <a:solidFill>
                  <a:srgbClr val="000000"/>
                </a:solidFill>
              </a:rPr>
              <a:t>ሰላም</a:t>
            </a:r>
            <a:endParaRPr b="1" sz="3600" u="sng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000000"/>
                </a:solidFill>
              </a:rPr>
              <a:t>ሰላም/፪/</a:t>
            </a:r>
            <a:endParaRPr b="1" sz="36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000000"/>
                </a:solidFill>
              </a:rPr>
              <a:t>እምይእዜሰ ይኩን ሰላም/፬/</a:t>
            </a:r>
            <a:endParaRPr b="1" sz="3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 u="sng">
                <a:solidFill>
                  <a:schemeClr val="dk1"/>
                </a:solidFill>
              </a:rPr>
              <a:t>ኢየሱስ ክርስቶስ</a:t>
            </a:r>
            <a:endParaRPr b="1" sz="3600" u="sng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</a:rPr>
              <a:t>ኢየሱስ ክርስቶስ መጽአ ውስተ ዓለም/፪/</a:t>
            </a:r>
            <a:endParaRPr b="1" sz="3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</a:rPr>
              <a:t>በብርሃኑ/፪)ንዑ ናንሶሱ/፬/</a:t>
            </a:r>
            <a:endParaRPr b="1" sz="3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4000" u="sng">
                <a:solidFill>
                  <a:srgbClr val="000000"/>
                </a:solidFill>
              </a:rPr>
              <a:t>ኣብጌቴ ሴማኒ</a:t>
            </a:r>
            <a:endParaRPr b="1" sz="4000" u="sng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4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4000">
                <a:solidFill>
                  <a:srgbClr val="000000"/>
                </a:solidFill>
              </a:rPr>
              <a:t>ኣብጌቴ ሴማኒ ኣታኽልቲ ስፍራ (2) </a:t>
            </a:r>
            <a:endParaRPr b="1" sz="4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4000">
                <a:solidFill>
                  <a:srgbClr val="000000"/>
                </a:solidFill>
              </a:rPr>
              <a:t>ምእንታና ጎይታ ረኸበ መከራ (2)</a:t>
            </a:r>
            <a:endParaRPr b="1" sz="4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4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4000">
                <a:solidFill>
                  <a:srgbClr val="000000"/>
                </a:solidFill>
              </a:rPr>
              <a:t>ኣዳምን ሄዋንን በዲሎም  ብስሕተት (2)</a:t>
            </a:r>
            <a:endParaRPr b="1" sz="4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4000">
                <a:solidFill>
                  <a:srgbClr val="000000"/>
                </a:solidFill>
              </a:rPr>
              <a:t>ንሕና'ውን ኔሩና ዘለኣለማዊ ሞት (2)</a:t>
            </a:r>
            <a:endParaRPr b="1" sz="4000">
              <a:solidFill>
                <a:srgbClr val="000000"/>
              </a:solidFill>
            </a:endParaRPr>
          </a:p>
        </p:txBody>
      </p:sp>
      <p:sp>
        <p:nvSpPr>
          <p:cNvPr id="75" name="Google Shape;75;p17"/>
          <p:cNvSpPr txBox="1"/>
          <p:nvPr/>
        </p:nvSpPr>
        <p:spPr>
          <a:xfrm>
            <a:off x="8545850" y="4684525"/>
            <a:ext cx="598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1/4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000">
                <a:solidFill>
                  <a:schemeClr val="dk1"/>
                </a:solidFill>
              </a:rPr>
              <a:t>መስቀል ተሸኪሙ ክብል ላዕሊ ታሕቲ (2)</a:t>
            </a:r>
            <a:endParaRPr b="1" sz="4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000">
                <a:solidFill>
                  <a:schemeClr val="dk1"/>
                </a:solidFill>
              </a:rPr>
              <a:t>ይፀፍዕዎ ነይሮም በደልቲ ገፋዕቲ (2)</a:t>
            </a:r>
            <a:endParaRPr b="1" sz="4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000">
                <a:solidFill>
                  <a:schemeClr val="dk1"/>
                </a:solidFill>
              </a:rPr>
              <a:t>ድንግል ኣይከኣለትን ሪኣ እንትኸብዳ (2)</a:t>
            </a:r>
            <a:endParaRPr b="1" sz="4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000">
                <a:solidFill>
                  <a:schemeClr val="dk1"/>
                </a:solidFill>
              </a:rPr>
              <a:t>ስቓዩ እንትበዝሕ እተፍቅሮ ወዳ (2)</a:t>
            </a:r>
            <a:endParaRPr sz="4000"/>
          </a:p>
        </p:txBody>
      </p:sp>
      <p:sp>
        <p:nvSpPr>
          <p:cNvPr id="81" name="Google Shape;81;p18"/>
          <p:cNvSpPr txBox="1"/>
          <p:nvPr/>
        </p:nvSpPr>
        <p:spPr>
          <a:xfrm>
            <a:off x="8545850" y="4684525"/>
            <a:ext cx="598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2/4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idx="1" type="body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000">
                <a:solidFill>
                  <a:schemeClr val="dk1"/>
                </a:solidFill>
              </a:rPr>
              <a:t>ብኣምላኽነቱ እንከይፈረደሎም (2)</a:t>
            </a:r>
            <a:endParaRPr b="1" sz="4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000">
                <a:solidFill>
                  <a:schemeClr val="dk1"/>
                </a:solidFill>
              </a:rPr>
              <a:t>ከምዚ ኢሉ ፀለየ ኣቦ ይቕረ በሎም (2)</a:t>
            </a:r>
            <a:endParaRPr b="1" sz="4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000">
                <a:solidFill>
                  <a:schemeClr val="dk1"/>
                </a:solidFill>
              </a:rPr>
              <a:t>ፀሚአ ፀሚአ ፀሚአ ምስ በሎም (2)</a:t>
            </a:r>
            <a:endParaRPr b="1" sz="4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000">
                <a:solidFill>
                  <a:schemeClr val="dk1"/>
                </a:solidFill>
              </a:rPr>
              <a:t>መሪር ኣምፅዮምሉ ሓሞት ሓዋዊሶም (2)</a:t>
            </a:r>
            <a:endParaRPr sz="4000"/>
          </a:p>
        </p:txBody>
      </p:sp>
      <p:sp>
        <p:nvSpPr>
          <p:cNvPr id="87" name="Google Shape;87;p19"/>
          <p:cNvSpPr txBox="1"/>
          <p:nvPr/>
        </p:nvSpPr>
        <p:spPr>
          <a:xfrm>
            <a:off x="8545850" y="4684525"/>
            <a:ext cx="598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3/4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>
            <p:ph idx="1" type="body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000">
                <a:solidFill>
                  <a:schemeClr val="dk1"/>
                </a:solidFill>
              </a:rPr>
              <a:t>ብረቂቕ ስልጣኑ ኩሉ ዝፈጠረ (2) </a:t>
            </a:r>
            <a:endParaRPr b="1" sz="4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000">
                <a:solidFill>
                  <a:schemeClr val="dk1"/>
                </a:solidFill>
              </a:rPr>
              <a:t>ብኢድ ሰብ ተትሒዙ ሞይቱ ተቐበረ (2)</a:t>
            </a:r>
            <a:endParaRPr b="1" sz="4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000">
                <a:solidFill>
                  <a:schemeClr val="dk1"/>
                </a:solidFill>
              </a:rPr>
              <a:t>ኣብጌቴ ሴማኒ ኣታኽልቲ ስፍራ (2) </a:t>
            </a:r>
            <a:endParaRPr b="1" sz="4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000">
                <a:solidFill>
                  <a:schemeClr val="dk1"/>
                </a:solidFill>
              </a:rPr>
              <a:t>ምእንታና ጎይታ ረኸበ መከራ (2)</a:t>
            </a:r>
            <a:endParaRPr sz="4000"/>
          </a:p>
        </p:txBody>
      </p:sp>
      <p:sp>
        <p:nvSpPr>
          <p:cNvPr id="93" name="Google Shape;93;p20"/>
          <p:cNvSpPr txBox="1"/>
          <p:nvPr/>
        </p:nvSpPr>
        <p:spPr>
          <a:xfrm>
            <a:off x="8545850" y="4684525"/>
            <a:ext cx="598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4/4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