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iTW/7UZSzMp5E9UZmjPWCosK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59" autoAdjust="0"/>
    <p:restoredTop sz="94660"/>
  </p:normalViewPr>
  <p:slideViewPr>
    <p:cSldViewPr snapToGrid="0">
      <p:cViewPr varScale="1">
        <p:scale>
          <a:sx n="97" d="100"/>
          <a:sy n="97" d="100"/>
        </p:scale>
        <p:origin x="82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78d3c18533e4c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a178d3c18533e4c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d96dd51f8bccf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2dd96dd51f8bccf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178d3c18533e4c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a178d3c18533e4c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d96dd51f8bcc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2dd96dd51f8bccf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d96dd51f8bccf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2dd96dd51f8bccf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d96dd51f8bccf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dd96dd51f8bccf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d96dd51f8bccf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dd96dd51f8bccf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body" idx="1"/>
          </p:nvPr>
        </p:nvSpPr>
        <p:spPr>
          <a:xfrm>
            <a:off x="311691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u="sng" dirty="0">
                <a:solidFill>
                  <a:srgbClr val="000000"/>
                </a:solidFill>
              </a:rPr>
              <a:t>ለመድሓኔ ዓለም</a:t>
            </a:r>
            <a:endParaRPr sz="3800" b="1" u="sng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8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dirty="0">
                <a:solidFill>
                  <a:srgbClr val="000000"/>
                </a:solidFill>
              </a:rPr>
              <a:t>ሰራዊተ መላእክቲሁ /2/</a:t>
            </a:r>
            <a:endParaRPr sz="38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dirty="0">
                <a:solidFill>
                  <a:srgbClr val="000000"/>
                </a:solidFill>
              </a:rPr>
              <a:t>ለመድሓኔ ዓለም/2/ይቀውሙ(4)እህ</a:t>
            </a:r>
            <a:endParaRPr sz="3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240750" y="321305"/>
            <a:ext cx="8662500" cy="4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 u="sng" dirty="0">
                <a:solidFill>
                  <a:srgbClr val="000000"/>
                </a:solidFill>
              </a:rPr>
              <a:t>ሰኣሊ ለነ</a:t>
            </a:r>
            <a:endParaRPr sz="4200" b="1" u="sng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 dirty="0">
                <a:solidFill>
                  <a:srgbClr val="000000"/>
                </a:solidFill>
              </a:rPr>
              <a:t>ሰኣሊ ለነ /3/</a:t>
            </a:r>
            <a:endParaRPr sz="42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 dirty="0">
                <a:solidFill>
                  <a:srgbClr val="000000"/>
                </a:solidFill>
              </a:rPr>
              <a:t>ማርያም እመ ብዙሃን/2/እህ</a:t>
            </a:r>
            <a:endParaRPr sz="4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body" idx="1"/>
          </p:nvPr>
        </p:nvSpPr>
        <p:spPr>
          <a:xfrm>
            <a:off x="191225" y="207275"/>
            <a:ext cx="8763300" cy="4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u="sng" dirty="0">
                <a:solidFill>
                  <a:srgbClr val="000000"/>
                </a:solidFill>
              </a:rPr>
              <a:t>ገጹ ብሩህ</a:t>
            </a:r>
            <a:endParaRPr sz="4500" b="1" u="sng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solidFill>
                  <a:srgbClr val="000000"/>
                </a:solidFill>
              </a:rPr>
              <a:t>ገጹ ብሩህ(3)</a:t>
            </a:r>
            <a:endParaRPr sz="45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solidFill>
                  <a:srgbClr val="000000"/>
                </a:solidFill>
              </a:rPr>
              <a:t>እምነቢያት ተክለ ሃይማኖት(4)እህ</a:t>
            </a:r>
            <a:endParaRPr sz="45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417975" y="696925"/>
            <a:ext cx="8577000" cy="3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</a:t>
            </a:r>
            <a:r>
              <a:rPr lang="en" sz="27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7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ጓሳይና’ዩ (2)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ኣብ በረኻ ኣብ ስደትን (2) ኣብ ዝኾነ ቦታ።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ድኻምና ዝጸውር በደልና ዝዕገስ  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ፍጹም ከይንመውት ሕማምና ዝፍውስ  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ትጉህ'ዩ ጓሳና ፍጹም ዘይታኸስ 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ምሳና ወፊሩ ምሳና ዝምለስ 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/>
        </p:nvSpPr>
        <p:spPr>
          <a:xfrm>
            <a:off x="8" y="2"/>
            <a:ext cx="9144000" cy="4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ጓሳይና’ዩ (2)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ኣብ በረኻ ኣብ ስደትን (2) ኣብ ዝኾነ ቦታ።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አስኪ ንዘክሮ ዘሕለፍናዮ ሂወት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ተስፋና ኣኽቲሙ ክንምለስ ካብ ኣፍ ሞት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ትማሊ ውሑዳት ሎሚ ኣአላፍ ኮይና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ስራሕ ኣምላኽና’ዩ ኣይኮነን ካባና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/>
        </p:nvSpPr>
        <p:spPr>
          <a:xfrm>
            <a:off x="38550" y="0"/>
            <a:ext cx="9066900" cy="4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ጓሳይና’ዩ (2)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ኣብ በረኻ ኣብ ስደትን (2) ኣብ ዝኾነ ቦታ።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ደጊም ንበራበር ግዜና ኣኺሉ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ሕድሽ ምዕራፍ ንኽፈት ሂወት ንረኽበሉ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ምስጋና ነቕርብ ብሓባር ንስሙ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ኢየሱስ ክርስቶስ ሰላም'ያ ዓለሙ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/>
        </p:nvSpPr>
        <p:spPr>
          <a:xfrm>
            <a:off x="8" y="0"/>
            <a:ext cx="9144000" cy="3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ጓሳይና’ዩ (2)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ኣብ በረኻ ኣብ ስደትን (2) ኣብ ዝኾነ ቦታ።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ንዑ ናብ ቤት ኣምላኽ ብመንፈስ ክንዓቢ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ይጽውዓናሎ ንኽፈተሉ ልቢ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ጻዊዒት ናይ ጎይታ ሸለል ኣይንበሎ  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ሓቐኛ ዕረፍት'ስ ኣብ ቤቱ'ዩ ዘሎ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78d3c18533e4c_0"/>
          <p:cNvSpPr txBox="1"/>
          <p:nvPr/>
        </p:nvSpPr>
        <p:spPr>
          <a:xfrm>
            <a:off x="8" y="1858950"/>
            <a:ext cx="9144000" cy="14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አግዚኣቢሄር ሓላዊና’ዩ ጓሳይና’ዩ (2)</a:t>
            </a:r>
            <a:endParaRPr sz="2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ኣብ በረኻ ኣብ ስደትን (2) ኣብ ዝኾነ ቦታ።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a178d3c18533e4c_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d96dd51f8bccf_20"/>
          <p:cNvSpPr txBox="1">
            <a:spLocks noGrp="1"/>
          </p:cNvSpPr>
          <p:nvPr>
            <p:ph type="body" idx="1"/>
          </p:nvPr>
        </p:nvSpPr>
        <p:spPr>
          <a:xfrm>
            <a:off x="169047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u="sng" dirty="0">
                <a:solidFill>
                  <a:srgbClr val="000000"/>
                </a:solidFill>
              </a:rPr>
              <a:t>ማህደረ መለኮት</a:t>
            </a:r>
            <a:endParaRPr sz="4000" b="1" u="sng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0000"/>
                </a:solidFill>
              </a:rPr>
              <a:t>ማሕደረ መለኮት ኦኦኦ---ት (2)</a:t>
            </a:r>
            <a:endParaRPr sz="40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0000"/>
                </a:solidFill>
              </a:rPr>
              <a:t>ማርያም እመ ቡዙሃን (2)እህ</a:t>
            </a:r>
            <a:endParaRPr sz="4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78d3c18533e4c_5"/>
          <p:cNvSpPr txBox="1">
            <a:spLocks noGrp="1"/>
          </p:cNvSpPr>
          <p:nvPr>
            <p:ph type="body" idx="1"/>
          </p:nvPr>
        </p:nvSpPr>
        <p:spPr>
          <a:xfrm>
            <a:off x="169047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 b="1" u="sng" dirty="0">
                <a:solidFill>
                  <a:srgbClr val="000000"/>
                </a:solidFill>
              </a:rPr>
              <a:t>አባ አቡነ</a:t>
            </a:r>
            <a:endParaRPr sz="4700" b="1" u="sng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1" dirty="0">
                <a:solidFill>
                  <a:srgbClr val="000000"/>
                </a:solidFill>
              </a:rPr>
              <a:t>አባ አቡነ (3) </a:t>
            </a:r>
            <a:endParaRPr sz="47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1" dirty="0">
                <a:solidFill>
                  <a:srgbClr val="000000"/>
                </a:solidFill>
              </a:rPr>
              <a:t>መምህርነ ተክለ ሃይማኖት </a:t>
            </a:r>
            <a:r>
              <a:rPr lang="en" sz="4700" b="1" dirty="0">
                <a:solidFill>
                  <a:schemeClr val="dk1"/>
                </a:solidFill>
              </a:rPr>
              <a:t>(2) </a:t>
            </a:r>
            <a:r>
              <a:rPr lang="en" sz="4000" b="1" dirty="0">
                <a:solidFill>
                  <a:schemeClr val="dk1"/>
                </a:solidFill>
              </a:rPr>
              <a:t>እህ</a:t>
            </a:r>
            <a:endParaRPr sz="47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d96dd51f8bccf_0"/>
          <p:cNvSpPr txBox="1"/>
          <p:nvPr/>
        </p:nvSpPr>
        <p:spPr>
          <a:xfrm>
            <a:off x="283488" y="0"/>
            <a:ext cx="8577000" cy="51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ኦ ሚካኤል</a:t>
            </a:r>
            <a:endParaRPr sz="27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ኦ ሚካኤል(2) ሊቀ መላእክት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ኣብ ሓጢኣት ከይንወድቕ ከይንመውት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ፈጣን ረዲኤት ሃበና እምነት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ንያዕቆብ ነገድ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ንእስራኤል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ሓላዊ ኢኻ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መልኣከ ሓይሊ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ፍቕርን ምሕረትን ዓድለና ቅዱስ ሚካኤል ኣቦና(2)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2dd96dd51f8bccf_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1/4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d96dd51f8bccf_5"/>
          <p:cNvSpPr txBox="1"/>
          <p:nvPr/>
        </p:nvSpPr>
        <p:spPr>
          <a:xfrm>
            <a:off x="283488" y="0"/>
            <a:ext cx="8577000" cy="51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ኦ ሚካኤል</a:t>
            </a:r>
            <a:endParaRPr sz="27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ኦ ሚካኤል(2) ሊቀ መላእክት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ኣብ ሓጢኣት ከይንወድቕ ከይንመውት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ፈጣን ረዲኤት ሃበና እምነት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ልብሰ ተክህኖ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ነጸብራቓዊ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ሓመልማለ ወርቅ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ዘሰማያዊ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ፍቕርን ምሕረትን ዓድለና ቅዱስ ሚካኤል ኣቦና(2)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dd96dd51f8bccf_5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2/4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d96dd51f8bccf_10"/>
          <p:cNvSpPr txBox="1"/>
          <p:nvPr/>
        </p:nvSpPr>
        <p:spPr>
          <a:xfrm>
            <a:off x="283488" y="0"/>
            <a:ext cx="8577000" cy="51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ኦ ሚካኤል</a:t>
            </a:r>
            <a:endParaRPr sz="27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ኦ ሚካኤል(2) ሊቀ መላእክት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ኣብ ሓጢኣት ከይንወድቕ ከይንመውት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ፈጣን ረዲኤት ሃበና እምነት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ቅድሚ ስእልኻ – ሚካኤል               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ምስተንበርከኽኩ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ጽሎተይ ስማዕ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በለኒ ኣለኹ – ሚካኤል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ፍቕርን ምሕረትን ዓድለና ቅዱስ ሚካኤል ኣቦና(2)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2dd96dd51f8bccf_1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3/4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d96dd51f8bccf_15"/>
          <p:cNvSpPr txBox="1"/>
          <p:nvPr/>
        </p:nvSpPr>
        <p:spPr>
          <a:xfrm>
            <a:off x="283488" y="0"/>
            <a:ext cx="8577000" cy="26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ኦ ሚካኤል</a:t>
            </a:r>
            <a:endParaRPr sz="27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ኦ ሚካኤል(2) ሊቀ መላኣክት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ኣብ ሓጢኣት ከይንወድቕ ከይንመውት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ፈጣን ረዲኤት ሃበና እምነት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dd96dd51f8bccf_15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4/4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390</Words>
  <Application>Microsoft Office PowerPoint</Application>
  <PresentationFormat>On-screen Show (16:9)</PresentationFormat>
  <Paragraphs>111</Paragraphs>
  <Slides>15</Slides>
  <Notes>15</Notes>
  <HiddenSlides>4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Mulualem Hailom</dc:creator>
  <cp:lastModifiedBy>mulualem hailom</cp:lastModifiedBy>
  <cp:revision>2</cp:revision>
  <dcterms:modified xsi:type="dcterms:W3CDTF">2026-01-04T15:30:44Z</dcterms:modified>
</cp:coreProperties>
</file>