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NWBeZmFgHNnRJ/vCaCH+uotPg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5319" y="0"/>
            <a:ext cx="51133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body" idx="1"/>
          </p:nvPr>
        </p:nvSpPr>
        <p:spPr>
          <a:xfrm>
            <a:off x="214925" y="325725"/>
            <a:ext cx="8668500" cy="45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4400" b="1" u="sng">
                <a:solidFill>
                  <a:srgbClr val="000000"/>
                </a:solidFill>
              </a:rPr>
              <a:t>ኖላዊ ትጉኅ</a:t>
            </a:r>
            <a:endParaRPr sz="44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44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4400">
                <a:solidFill>
                  <a:srgbClr val="000000"/>
                </a:solidFill>
              </a:rPr>
              <a:t>ኖላዊ ትጉኅ ዘኢትነውም(፪)</a:t>
            </a:r>
            <a:endParaRPr sz="44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4400">
                <a:solidFill>
                  <a:srgbClr val="000000"/>
                </a:solidFill>
              </a:rPr>
              <a:t>ሃገርነ (፪) ዕቀብ በሰላም(፪)</a:t>
            </a:r>
            <a:endParaRPr sz="4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body" idx="1"/>
          </p:nvPr>
        </p:nvSpPr>
        <p:spPr>
          <a:xfrm>
            <a:off x="311705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900" b="1" u="sng">
                <a:solidFill>
                  <a:srgbClr val="000000"/>
                </a:solidFill>
              </a:rPr>
              <a:t>እንተ በምድር</a:t>
            </a:r>
            <a:endParaRPr sz="39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39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900">
                <a:solidFill>
                  <a:srgbClr val="000000"/>
                </a:solidFill>
              </a:rPr>
              <a:t>እንተ በምድር ሰረዊሃ ወበሰማይ አይጾኪሃ(2)</a:t>
            </a:r>
            <a:endParaRPr sz="39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900">
                <a:solidFill>
                  <a:srgbClr val="000000"/>
                </a:solidFill>
              </a:rPr>
              <a:t>ሓረገ ወይን(2)ድንግል ሓረገ ወይኒ(2)</a:t>
            </a:r>
            <a:endParaRPr sz="3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>
            <a:spLocks noGrp="1"/>
          </p:cNvSpPr>
          <p:nvPr>
            <p:ph type="body" idx="1"/>
          </p:nvPr>
        </p:nvSpPr>
        <p:spPr>
          <a:xfrm>
            <a:off x="311705" y="247200"/>
            <a:ext cx="85206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900" b="1" u="sng">
                <a:solidFill>
                  <a:srgbClr val="000000"/>
                </a:solidFill>
              </a:rPr>
              <a:t>ሚካኤል</a:t>
            </a:r>
            <a:endParaRPr sz="39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3900" b="1" u="sng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900">
                <a:solidFill>
                  <a:srgbClr val="000000"/>
                </a:solidFill>
              </a:rPr>
              <a:t>ዓይኑ ዘርግብ ልብሱ ዘመብረቅ(፪)</a:t>
            </a:r>
            <a:endParaRPr sz="39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900">
                <a:solidFill>
                  <a:srgbClr val="000000"/>
                </a:solidFill>
              </a:rPr>
              <a:t>ሚካኤል ሐመልማለ ወርቅ(፪) እህ</a:t>
            </a:r>
            <a:endParaRPr sz="3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/>
        </p:nvSpPr>
        <p:spPr>
          <a:xfrm>
            <a:off x="0" y="0"/>
            <a:ext cx="91440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600" b="1" u="sng" dirty="0"/>
              <a:t>እንዘ ይብሉ </a:t>
            </a:r>
            <a:endParaRPr sz="3600" b="1" u="sng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u="sng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600" b="1" dirty="0"/>
              <a:t>እንዘ ይብሉ  ይዜምሩ በልሳን ዘኢያረምም/፪/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600" b="1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" sz="3600" b="1" dirty="0"/>
              <a:t>አማን በአማን/፪/ መንግሥተ ሥላሴ ዘለዓለም/፪/</a:t>
            </a:r>
            <a:endParaRPr sz="3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1" y="-3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am-ET" sz="3600" b="1" u="sng" dirty="0">
                <a:solidFill>
                  <a:srgbClr val="000000"/>
                </a:solidFill>
              </a:rPr>
              <a:t>ንዒ ድንግል ክትባርኽና</a:t>
            </a:r>
            <a:endParaRPr sz="3600" b="1" dirty="0">
              <a:solidFill>
                <a:srgbClr val="000000"/>
              </a:solidFill>
            </a:endParaRPr>
          </a:p>
          <a:p>
            <a:pPr marL="0" lvl="0" indent="0" algn="ctr">
              <a:buNone/>
            </a:pPr>
            <a:r>
              <a:rPr lang="am-ET" sz="3600" b="1" dirty="0">
                <a:solidFill>
                  <a:srgbClr val="000000"/>
                </a:solidFill>
              </a:rPr>
              <a:t>ንኽትባርኽና(2) ድንግል ማርያም ኣዴና ንዒ ምስጎይታና(2)</a:t>
            </a:r>
          </a:p>
          <a:p>
            <a:pPr marL="0" lvl="0" indent="0" algn="ctr">
              <a:buNone/>
            </a:pPr>
            <a:endParaRPr lang="am-ET" sz="3600" b="1" dirty="0">
              <a:solidFill>
                <a:srgbClr val="000000"/>
              </a:solidFill>
            </a:endParaRPr>
          </a:p>
          <a:p>
            <a:pPr marL="0" lvl="0" indent="0" algn="ctr">
              <a:buNone/>
            </a:pPr>
            <a:r>
              <a:rPr lang="am-ET" sz="3600" b="1" dirty="0">
                <a:solidFill>
                  <a:srgbClr val="000000"/>
                </a:solidFill>
              </a:rPr>
              <a:t>ምስ ወድኺ ምስ ኣምላኽና ምስ ክርስቶስ መድሓኒና ንዒ ድንግል ክትባርኽና(2)</a:t>
            </a:r>
            <a:endParaRPr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>
            <a:spLocks noGrp="1"/>
          </p:cNvSpPr>
          <p:nvPr>
            <p:ph type="body" idx="1"/>
          </p:nvPr>
        </p:nvSpPr>
        <p:spPr>
          <a:xfrm>
            <a:off x="240750" y="321302"/>
            <a:ext cx="8662500" cy="45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am-ET" sz="4400" b="1" u="sng" dirty="0">
                <a:solidFill>
                  <a:srgbClr val="000000"/>
                </a:solidFill>
              </a:rPr>
              <a:t>መና ዘአውረድከ </a:t>
            </a:r>
            <a:endParaRPr sz="4400" b="1" dirty="0">
              <a:solidFill>
                <a:srgbClr val="000000"/>
              </a:solidFill>
            </a:endParaRPr>
          </a:p>
          <a:p>
            <a:pPr marL="0" lvl="0" indent="0" algn="ctr">
              <a:buNone/>
            </a:pPr>
            <a:r>
              <a:rPr lang="am-ET" sz="4000" b="1" dirty="0">
                <a:solidFill>
                  <a:srgbClr val="000000"/>
                </a:solidFill>
              </a:rPr>
              <a:t>መና ዘአውረደከ/፫/እህ</a:t>
            </a:r>
          </a:p>
          <a:p>
            <a:pPr marL="0" lvl="0" indent="0" algn="ctr">
              <a:buNone/>
            </a:pPr>
            <a:r>
              <a:rPr lang="am-ET" sz="4000" b="1" dirty="0">
                <a:solidFill>
                  <a:srgbClr val="000000"/>
                </a:solidFill>
              </a:rPr>
              <a:t>ሚካኤል /፪/መና ዘአውረድከ/፪/እህ</a:t>
            </a:r>
            <a:endParaRPr sz="4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</Words>
  <Application>Microsoft Office PowerPoint</Application>
  <PresentationFormat>On-screen Show (16:9)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Mulualem Hailom</cp:lastModifiedBy>
  <cp:revision>2</cp:revision>
  <dcterms:modified xsi:type="dcterms:W3CDTF">2025-09-21T14:06:27Z</dcterms:modified>
</cp:coreProperties>
</file>