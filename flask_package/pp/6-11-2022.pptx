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8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A296-23C8-692B-1A8E-5B9C48E43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99FD1-02A2-39C2-B607-A430B906E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B8CB2-0AA3-9CF7-6BEB-F0CA516F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7C7C-1383-45EE-A2EC-30A93749B3F3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A64D9-5067-EDC1-64FC-F8D79E078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5269B-4719-850C-ECC9-7874F907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219E-5A0D-4683-97E6-D46C3A1BF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74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CEA3-A4BA-8F20-8F2D-90033F8E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43C7F-9BDB-F6DB-4612-B5669143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DA35D-2A27-8065-572C-BA9D465C5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7C7C-1383-45EE-A2EC-30A93749B3F3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9D5BE-12BE-5B79-00E4-9CC59E207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FE4F9-B9FF-02EA-4D1F-39813AD1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219E-5A0D-4683-97E6-D46C3A1BF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50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170D-61B4-05E9-F6E6-42365522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18180-1C68-6C07-CA53-652C83E51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56E89-CD91-94A0-B50E-0C0722C8D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7C7C-1383-45EE-A2EC-30A93749B3F3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B9B90-49F2-9007-3C3B-72887BE7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BF42A-988B-BAAF-689F-7966C23D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219E-5A0D-4683-97E6-D46C3A1BF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42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41E01-C0EC-FF6A-A2C0-DA97260F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6A113-C725-5436-C7B4-B874CEEB0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C1426D-8E78-5F01-A9CA-967365645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39774-9965-D3ED-39E7-17FDEF58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7C7C-1383-45EE-A2EC-30A93749B3F3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E78D4-EF3C-9C97-361D-AD0D41C33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4E459-3CB5-E276-77A0-2C2354E0D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219E-5A0D-4683-97E6-D46C3A1BF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37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B4651-834A-75B9-6F64-BCCD8AB0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36580-DFB4-C42C-859E-45AEBD545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303D2-B4E1-463D-3CFA-963F2692A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F163D-09CB-B577-4B4C-7DFD921C2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D78B7-35B4-B257-7FB5-BB2795839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9F7EC-A61D-FC90-7F05-131650B4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7C7C-1383-45EE-A2EC-30A93749B3F3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39E41-B314-D3AF-F673-EA008074E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87D54-6A48-34FA-7F0B-95F0E774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219E-5A0D-4683-97E6-D46C3A1BF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0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2A8A-9AF9-E1E4-5915-E369651E7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E1668-D608-359E-0A22-B9A84CD25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7C7C-1383-45EE-A2EC-30A93749B3F3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087F2-5273-8579-188C-895956DFC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E1870-DE4B-456B-0D59-2FCE3687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219E-5A0D-4683-97E6-D46C3A1BF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2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E303FD-D8C6-E5BA-1B4B-01A997C2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7C7C-1383-45EE-A2EC-30A93749B3F3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FEC0E-1A8C-09EF-72D1-94A5D9D7B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1BAFD-885F-8142-6E4B-555F35FC4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219E-5A0D-4683-97E6-D46C3A1BF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6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D511-B7F7-F237-EC3A-D8669CAC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78F5B-4BC0-797B-DE11-DA7D61B97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AAFF7-A3DC-A53C-156A-7D8F549D1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48882-A9DF-2F1A-82E3-1D8630FA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7C7C-1383-45EE-A2EC-30A93749B3F3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74332-0837-5DAB-2F17-C5B3DF43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48D97-00AF-3930-28F9-E7472B44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219E-5A0D-4683-97E6-D46C3A1BF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20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B043-30C1-9A19-9C33-21BA38BA1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E59ED-3E94-807C-B066-6CB0825378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48F75-7C55-7417-C9FC-F32CF49BA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4D691-F233-4D73-44DC-C1EB65DEF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7C7C-1383-45EE-A2EC-30A93749B3F3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9F967-1374-159B-1C63-07AF1115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664BB-CCEC-BC84-25E7-8566F0B8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219E-5A0D-4683-97E6-D46C3A1BF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1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B275-9A13-2EC4-682E-04CEB0C2C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35F17-BD96-4C9E-4B8D-C1B7D725E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7EBB0-0A33-8F58-A548-216CDD69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7C7C-1383-45EE-A2EC-30A93749B3F3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FB5F5-DC85-144C-15B6-F921CB363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AC22E-D446-C456-21BE-2A14863B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219E-5A0D-4683-97E6-D46C3A1BF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3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078E40-022A-7897-81AB-9BAD91F8B8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14B5-6E64-F082-855C-853AE4F4A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5ECDC-30BC-FEB4-67D5-7E89A1475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7C7C-1383-45EE-A2EC-30A93749B3F3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0EC6-1EB2-E775-FF3E-691F83C89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73CB5-5998-8BBC-F176-444E9603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B219E-5A0D-4683-97E6-D46C3A1BF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36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06F82-7533-878D-CBCF-3EE1EF5E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18D43-59B6-68BC-C1B9-847735AD9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86B6C-D2AC-FF82-0A4C-A27CB755B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87C7C-1383-45EE-A2EC-30A93749B3F3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5D0C2-BC66-AD9D-55A9-8326D2F667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A6B36-1051-A18F-00C6-8CF6DEC93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B219E-5A0D-4683-97E6-D46C3A1BF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10896BB-D479-4859-96F0-0A1C829D7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E9B08919-4088-4FCA-BD60-173C6C3DE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946" y="720389"/>
            <a:ext cx="4144108" cy="417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59ABB2C-3BF1-46DE-81FC-7EC2C3517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077" y="5002282"/>
            <a:ext cx="463061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ያሬዳዊ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ዝማሬ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ብግዕዝን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brima" panose="020000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ብትግርኛን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74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022DC0-0874-C4FA-443D-A360754B5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am-ET"/>
              <a:t>ሃበ ኣቡኁ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B239CC-9650-FD31-12ED-86A92317F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m-ET" sz="3600"/>
              <a:t>ሃበ ኣቡኁ ዐርገ  ሰማያተ ዐርገ ሰማያተ /፪/</a:t>
            </a:r>
            <a:endParaRPr lang="en-US" sz="3600"/>
          </a:p>
          <a:p>
            <a:pPr marL="0" indent="0">
              <a:buNone/>
            </a:pPr>
            <a:r>
              <a:rPr lang="am-ET" sz="3600"/>
              <a:t>ጰራቅሊጦስሃ መንፈሰ ጽድቅ ኣውረደ/፪/አሀ</a:t>
            </a:r>
            <a:endParaRPr lang="en-US" sz="3600" dirty="0"/>
          </a:p>
        </p:txBody>
      </p:sp>
      <p:pic>
        <p:nvPicPr>
          <p:cNvPr id="7" name="Picture 6" descr="A picture containing text, fabric&#10;&#10;Description automatically generated">
            <a:extLst>
              <a:ext uri="{FF2B5EF4-FFF2-40B4-BE49-F238E27FC236}">
                <a16:creationId xmlns:a16="http://schemas.microsoft.com/office/drawing/2014/main" id="{3FA40344-885B-E526-3DB7-222C98DC90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4" r="23979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7AB3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147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wearing colorful clothing&#10;&#10;Description automatically generated with low confidence">
            <a:extLst>
              <a:ext uri="{FF2B5EF4-FFF2-40B4-BE49-F238E27FC236}">
                <a16:creationId xmlns:a16="http://schemas.microsoft.com/office/drawing/2014/main" id="{2D88C733-2800-7784-2FB3-15EB749788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62000" detail="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786" y="0"/>
            <a:ext cx="4843849" cy="6858000"/>
          </a:xfrm>
          <a:prstGeom prst="rect">
            <a:avLst/>
          </a:prstGeom>
          <a:effectLst>
            <a:outerShdw dist="50800" dir="5820000" algn="ctr" rotWithShape="0">
              <a:srgbClr val="000000">
                <a:alpha val="0"/>
              </a:srgbClr>
            </a:outerShdw>
            <a:softEdge rad="88900"/>
          </a:effectLst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6022DC0-0874-C4FA-443D-A360754B5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m-ET" sz="5400" dirty="0"/>
              <a:t>ንጽሕተ ንጹሐን</a:t>
            </a:r>
            <a:endParaRPr lang="en-US" sz="5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B239CC-9650-FD31-12ED-86A92317F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530" y="1825625"/>
            <a:ext cx="8931966" cy="2386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m-ET" sz="3600" dirty="0"/>
              <a:t>ንጽሕተ ንጹሐን ከዊና ከመታቦተ ዶር ዘሲና</a:t>
            </a:r>
            <a:endParaRPr lang="en-US" sz="3600" dirty="0"/>
          </a:p>
          <a:p>
            <a:pPr marL="0" indent="0">
              <a:buNone/>
            </a:pPr>
            <a:r>
              <a:rPr lang="am-ET" sz="3600" dirty="0"/>
              <a:t>ውስተ ቤተ መቅደስ ነበረት በድንግልና ነበረት/፪/</a:t>
            </a:r>
            <a:endParaRPr lang="en-US" sz="3600" dirty="0"/>
          </a:p>
          <a:p>
            <a:pPr marL="0" indent="0">
              <a:buNone/>
            </a:pPr>
            <a:r>
              <a:rPr lang="am-ET" sz="3600" dirty="0"/>
              <a:t>ሲሳያ ኅብስተ መና ወስቴሃኒ ስቴ ጽሙና/፪</a:t>
            </a:r>
            <a:endParaRPr lang="en-US" sz="36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7EEEC78-EBA4-9707-1C32-8939C52F0A1C}"/>
              </a:ext>
            </a:extLst>
          </p:cNvPr>
          <p:cNvSpPr txBox="1">
            <a:spLocks/>
          </p:cNvSpPr>
          <p:nvPr/>
        </p:nvSpPr>
        <p:spPr>
          <a:xfrm>
            <a:off x="0" y="4212604"/>
            <a:ext cx="10204173" cy="2645396"/>
          </a:xfrm>
          <a:prstGeom prst="rect">
            <a:avLst/>
          </a:prstGeom>
          <a:scene3d>
            <a:camera prst="orthographicFront">
              <a:rot lat="0" lon="20699996" rev="0"/>
            </a:camera>
            <a:lightRig rig="threePt" dir="t"/>
          </a:scene3d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am-ET" sz="3100" dirty="0"/>
              <a:t>ንፅህቲ ንፁሃን ኾይና ኸም ታቦተ ዶር ናይ ሲና</a:t>
            </a:r>
            <a:endParaRPr lang="en-US" sz="3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am-ET" sz="3100" dirty="0"/>
              <a:t>ኣብ ውሽጢ ቤተ መቕደስ ነበረት ቢድግልና ነበረት/2/</a:t>
            </a:r>
            <a:endParaRPr lang="en-US" sz="31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am-ET" sz="3100" dirty="0"/>
              <a:t>ምግባ/ምግባ/ ሕብስቲ መና መስተኣ እውን መስተ ጽሙና/2/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681806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022DC0-0874-C4FA-443D-A360754B5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am-ET"/>
              <a:t>ጼና ኣልባሲሁ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B239CC-9650-FD31-12ED-86A92317F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571" y="2438400"/>
            <a:ext cx="755642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m-ET" sz="3200" dirty="0"/>
              <a:t>ጼና ኣልባሱ(፪) ለገብረመንፈስ  ቅዱስ ከመ ጼና ስሂን(፪)</a:t>
            </a:r>
            <a:endParaRPr lang="en-US" sz="3200" dirty="0"/>
          </a:p>
          <a:p>
            <a:pPr marL="0" indent="0">
              <a:buNone/>
            </a:pPr>
            <a:r>
              <a:rPr lang="am-ET" sz="3200" dirty="0"/>
              <a:t>አልባሲሁ ዘሜላት(፪) ዘወረደ ውስተ ገነት(፪)</a:t>
            </a:r>
            <a:endParaRPr lang="en-US" sz="3200" dirty="0"/>
          </a:p>
        </p:txBody>
      </p:sp>
      <p:pic>
        <p:nvPicPr>
          <p:cNvPr id="3" name="Picture 2" descr="A picture containing decorated&#10;&#10;Description automatically generated">
            <a:extLst>
              <a:ext uri="{FF2B5EF4-FFF2-40B4-BE49-F238E27FC236}">
                <a16:creationId xmlns:a16="http://schemas.microsoft.com/office/drawing/2014/main" id="{3EA31FE3-093C-1650-5BEB-24C93EB386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6" r="7886"/>
          <a:stretch/>
        </p:blipFill>
        <p:spPr>
          <a:xfrm>
            <a:off x="0" y="0"/>
            <a:ext cx="4635571" cy="6857990"/>
          </a:xfrm>
          <a:prstGeom prst="rect">
            <a:avLst/>
          </a:prstGeom>
          <a:effectLst/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E2E8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015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2366</TotalTime>
  <Words>105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Ebrima</vt:lpstr>
      <vt:lpstr>Nyala</vt:lpstr>
      <vt:lpstr>Office Theme</vt:lpstr>
      <vt:lpstr>PowerPoint Presentation</vt:lpstr>
      <vt:lpstr>ሃበ ኣቡኁ</vt:lpstr>
      <vt:lpstr>ንጽሕተ ንጹሐን</vt:lpstr>
      <vt:lpstr>ጼና ኣልባሲሁ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Mulualem Hailom</dc:creator>
  <cp:lastModifiedBy>Mulualem Hailom</cp:lastModifiedBy>
  <cp:revision>1</cp:revision>
  <dcterms:created xsi:type="dcterms:W3CDTF">2022-06-12T02:48:06Z</dcterms:created>
  <dcterms:modified xsi:type="dcterms:W3CDTF">2022-06-14T04:52:45Z</dcterms:modified>
</cp:coreProperties>
</file>