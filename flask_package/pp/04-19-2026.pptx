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623da15219d644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7623da15219d644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623da15219d644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7623da15219d644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00b80bd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00b80bd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00b80bd0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e00b80bd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d96dd51f8bccf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2dd96dd51f8bcc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d96dd51f8bccf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2dd96dd51f8bccf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e8784d7037fed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ae8784d7037fed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ce06d7fd15893b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1ce06d7fd15893b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7e53681daf011e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17e53681daf011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623da15219d644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7623da15219d644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ce06d7fd15893b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1ce06d7fd15893b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ce06d7fd15893b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1ce06d7fd15893b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5319" y="0"/>
            <a:ext cx="511336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 u="sng">
                <a:solidFill>
                  <a:srgbClr val="000000"/>
                </a:solidFill>
              </a:rPr>
              <a:t>ወይቤ</a:t>
            </a:r>
            <a:endParaRPr b="1" sz="3400" u="sng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00000"/>
                </a:solidFill>
              </a:rPr>
              <a:t>ወይቤ አምላክ ተንሥአ (2)</a:t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00000"/>
                </a:solidFill>
              </a:rPr>
              <a:t>ወይቤ አምላክ ተንሥአ (2)2 እህ</a:t>
            </a:r>
            <a:endParaRPr b="1" sz="3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691" y="247200"/>
            <a:ext cx="8520600" cy="46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 u="sng">
                <a:solidFill>
                  <a:srgbClr val="000000"/>
                </a:solidFill>
              </a:rPr>
              <a:t>ሰኣሊ ለነ</a:t>
            </a:r>
            <a:endParaRPr b="1" sz="3400" u="sng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00000"/>
                </a:solidFill>
              </a:rPr>
              <a:t>ሰኣሊ ለነ /3/</a:t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00000"/>
                </a:solidFill>
              </a:rPr>
              <a:t>ማርያም እመ ብዙሃን/2/እህ</a:t>
            </a:r>
            <a:endParaRPr b="1" sz="3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691" y="247200"/>
            <a:ext cx="8520600" cy="46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 u="sng">
                <a:solidFill>
                  <a:srgbClr val="000000"/>
                </a:solidFill>
              </a:rPr>
              <a:t>ሰላም</a:t>
            </a:r>
            <a:r>
              <a:rPr b="1" lang="en" sz="3400">
                <a:solidFill>
                  <a:srgbClr val="000000"/>
                </a:solidFill>
              </a:rPr>
              <a:t> </a:t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00000"/>
                </a:solidFill>
              </a:rPr>
              <a:t>ሰላም ሰላም/2/</a:t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00000"/>
                </a:solidFill>
              </a:rPr>
              <a:t>እምይእዜሰ ይኩን ሰላም/2/እህ</a:t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00000"/>
                </a:solidFill>
              </a:rPr>
              <a:t>ሰላም ሰላም /2/</a:t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00000"/>
                </a:solidFill>
              </a:rPr>
              <a:t>ካብ ደጊም ይኹን ሰላም (2)እህ</a:t>
            </a:r>
            <a:endParaRPr b="1" sz="3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5415" u="sng">
                <a:solidFill>
                  <a:schemeClr val="dk1"/>
                </a:solidFill>
              </a:rPr>
              <a:t>Resurection</a:t>
            </a:r>
            <a:r>
              <a:rPr lang="en" sz="5415">
                <a:solidFill>
                  <a:schemeClr val="dk1"/>
                </a:solidFill>
              </a:rPr>
              <a:t>​</a:t>
            </a:r>
            <a:endParaRPr sz="5415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5415">
                <a:solidFill>
                  <a:schemeClr val="dk1"/>
                </a:solidFill>
              </a:rPr>
              <a:t>For us who believe in your resurection(2)​</a:t>
            </a:r>
            <a:endParaRPr sz="5415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5415">
                <a:solidFill>
                  <a:schemeClr val="dk1"/>
                </a:solidFill>
              </a:rPr>
              <a:t>Send upon us your illumination/2/ehe​</a:t>
            </a:r>
            <a:endParaRPr sz="541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-204250" y="33967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0" name="Google Shape;80;p18"/>
          <p:cNvSpPr txBox="1"/>
          <p:nvPr/>
        </p:nvSpPr>
        <p:spPr>
          <a:xfrm>
            <a:off x="232850" y="326000"/>
            <a:ext cx="8163600" cy="21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highlight>
                  <a:srgbClr val="F5F5F5"/>
                </a:highlight>
              </a:rPr>
              <a:t>ኣማን' በኣ'ማን' ኣማን' በኣ'ማ'ን' እ'ተንስ'ኣ ​</a:t>
            </a:r>
            <a:endParaRPr b="1" sz="28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-8890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highlight>
                  <a:srgbClr val="F5F5F5"/>
                </a:highlight>
              </a:rPr>
              <a:t>ኣማን' በኣ'ማን' ኣማን' በኣ'ማ'ን' እ'ተንስ'ኣ ​</a:t>
            </a:r>
            <a:endParaRPr b="1" sz="28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highlight>
                  <a:srgbClr val="F5F5F5"/>
                </a:highlight>
              </a:rPr>
              <a:t>እ. ተንስ'ኣ' እም'ነ' ሙ'ታን' ተንስ'ኣ' እም'ነ' ሙ'ታን'​</a:t>
            </a:r>
            <a:endParaRPr b="1" sz="28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highlight>
                  <a:srgbClr val="F5F5F5"/>
                </a:highlight>
              </a:rPr>
              <a:t>         ተንስ'ኣ' እም'ነ' ሙ'ታን' ተንስ'ኣ' እም'ነ' ሙታን​</a:t>
            </a:r>
            <a:endParaRPr b="1" sz="28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2"/>
              </a:solidFill>
            </a:endParaRPr>
          </a:p>
        </p:txBody>
      </p:sp>
      <p:sp>
        <p:nvSpPr>
          <p:cNvPr id="81" name="Google Shape;81;p18"/>
          <p:cNvSpPr txBox="1"/>
          <p:nvPr/>
        </p:nvSpPr>
        <p:spPr>
          <a:xfrm>
            <a:off x="490200" y="2703125"/>
            <a:ext cx="8163600" cy="21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highlight>
                  <a:srgbClr val="F5F5F5"/>
                </a:highlight>
              </a:rPr>
              <a:t>Aman beaman Aman beaman tensia ​​</a:t>
            </a:r>
            <a:endParaRPr b="1" sz="28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highlight>
                  <a:srgbClr val="F5F5F5"/>
                </a:highlight>
              </a:rPr>
              <a:t>Aman beaman Aman beaman tensia  ​</a:t>
            </a:r>
            <a:endParaRPr b="1" sz="28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highlight>
                  <a:srgbClr val="F5F5F5"/>
                </a:highlight>
              </a:rPr>
              <a:t>tensia emine mutan tensia emine mutan​​</a:t>
            </a:r>
            <a:endParaRPr b="1" sz="28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highlight>
                  <a:srgbClr val="F5F5F5"/>
                </a:highlight>
              </a:rPr>
              <a:t>tensia emine mutan tensia emine mutan </a:t>
            </a:r>
            <a:endParaRPr b="1" sz="28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0" y="0"/>
            <a:ext cx="9144000" cy="52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 u="sng"/>
              <a:t>ርኢኹም እመኑ ሰባት </a:t>
            </a:r>
            <a:endParaRPr b="1"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ርኢኹም እመኑ ሰባት </a:t>
            </a:r>
            <a:endParaRPr b="1"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መቓብሩ ባዶ ኾይኑ</a:t>
            </a:r>
            <a:endParaRPr b="1"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ኢየሱስ ኣብ ፍርቂ ለይቲ </a:t>
            </a:r>
            <a:endParaRPr b="1"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ብሓይሉ ንሞት ስዒሩ (2) </a:t>
            </a:r>
            <a:endParaRPr b="1"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ዕልልታ ነዚ ይግባእ</a:t>
            </a:r>
            <a:endParaRPr b="1"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ሽብሸባ ነዚ ይግባእ</a:t>
            </a:r>
            <a:endParaRPr b="1"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ናይ ሞት ሓይሊ ተዋሪዱ</a:t>
            </a:r>
            <a:endParaRPr b="1"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ሲኦል እውን ባዶ ተሪፉ (2)</a:t>
            </a:r>
            <a:endParaRPr b="1" sz="3300"/>
          </a:p>
        </p:txBody>
      </p:sp>
      <p:sp>
        <p:nvSpPr>
          <p:cNvPr id="87" name="Google Shape;87;p19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1/</a:t>
            </a:r>
            <a:r>
              <a:rPr lang="en" sz="1800">
                <a:solidFill>
                  <a:schemeClr val="dk2"/>
                </a:solidFill>
              </a:rPr>
              <a:t>5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100"/>
              <a:t>ርኢኹም እመኑ ሰባት 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100"/>
              <a:t>መቓብሩ ባዶ ኾይኑ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100"/>
              <a:t>ኢየሱስ ኣብ ፍርቂ ለይቲ 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100"/>
              <a:t>ብሓይሉ ንሞት ስዒሩ (2)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100"/>
              <a:t>መላእኽቲ ፃዕዳ ለቢሶም 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100"/>
              <a:t>ብስራት ኣብሰሩ 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100"/>
              <a:t>ተንሲኡ ኢየሱስ ኢሎም 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100"/>
              <a:t>ንዓለም ንኽናገሩ (2)</a:t>
            </a:r>
            <a:endParaRPr b="1" sz="3100"/>
          </a:p>
        </p:txBody>
      </p:sp>
      <p:sp>
        <p:nvSpPr>
          <p:cNvPr id="93" name="Google Shape;93;p20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2/</a:t>
            </a:r>
            <a:r>
              <a:rPr lang="en" sz="1800">
                <a:solidFill>
                  <a:schemeClr val="dk2"/>
                </a:solidFill>
              </a:rPr>
              <a:t>5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/>
        </p:nvSpPr>
        <p:spPr>
          <a:xfrm>
            <a:off x="0" y="0"/>
            <a:ext cx="9144000" cy="49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ርኢኹም እመኑ ሰባት 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መቓብሩ ባዶ ኾይኑ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ኢየሱስ ኣብ ፍርቂ ለይቲ 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ብሓይሉ ንሞት ስዒሩ (2) 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ዕልልታ ነዚ ይግባእ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ሽብሸባ ነዚ ይግባእ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ናይ ሞት ሓይሊ ተዋሪዱ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ሲኦል እውን ባዶ ተሪፉ (2)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99" name="Google Shape;99;p21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3/5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/>
        </p:nvSpPr>
        <p:spPr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ርኢኹም እመኑ ሰባት 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መቓብሩ ባዶ ኾይኑ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ኢየሱስ ኣብ ፍርቂ ለይቲ 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ብሓይሉ ንሞት ስዒሩ (2)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መላእኽቲ ፃዕዳ ለቢሶም 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ብስራት ኣብሰሩ 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ተንሲኡ ኢየሱስ ኢሎም </a:t>
            </a:r>
            <a:endParaRPr b="1" sz="3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ንዓለም ንኽናገሩ (2)</a:t>
            </a:r>
            <a:endParaRPr b="1" sz="3100"/>
          </a:p>
        </p:txBody>
      </p:sp>
      <p:sp>
        <p:nvSpPr>
          <p:cNvPr id="105" name="Google Shape;105;p22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4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" sz="1800">
                <a:solidFill>
                  <a:schemeClr val="dk2"/>
                </a:solidFill>
              </a:rPr>
              <a:t>5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/>
        </p:nvSpPr>
        <p:spPr>
          <a:xfrm>
            <a:off x="0" y="1555800"/>
            <a:ext cx="9144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ርኢኹም እመኑ ሰባት </a:t>
            </a:r>
            <a:endParaRPr b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መቓብሩ ባዶ ኾይኑ</a:t>
            </a:r>
            <a:endParaRPr b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ኢየሱስ ኣብ ፍርቂ ለይቲ </a:t>
            </a:r>
            <a:endParaRPr b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ብሓይሉ ንሞት ስዒሩ (2) </a:t>
            </a:r>
            <a:endParaRPr b="1" sz="3000"/>
          </a:p>
        </p:txBody>
      </p:sp>
      <p:sp>
        <p:nvSpPr>
          <p:cNvPr id="111" name="Google Shape;111;p23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5/5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311691" y="247200"/>
            <a:ext cx="8520600" cy="46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 u="sng">
                <a:solidFill>
                  <a:schemeClr val="dk1"/>
                </a:solidFill>
              </a:rPr>
              <a:t>አማን በአማን</a:t>
            </a:r>
            <a:endParaRPr b="1" sz="3400" u="sng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1"/>
                </a:solidFill>
              </a:rPr>
              <a:t>አማን በአማን (2)</a:t>
            </a:r>
            <a:endParaRPr b="1" sz="3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1"/>
                </a:solidFill>
              </a:rPr>
              <a:t>ተንሥአ እምነ ሙታን (4)እህ</a:t>
            </a:r>
            <a:endParaRPr b="1" sz="3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idx="1" type="body"/>
          </p:nvPr>
        </p:nvSpPr>
        <p:spPr>
          <a:xfrm>
            <a:off x="311691" y="247200"/>
            <a:ext cx="8520600" cy="46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400" u="sng">
                <a:solidFill>
                  <a:srgbClr val="000000"/>
                </a:solidFill>
              </a:rPr>
              <a:t>ወምድርኒ ትገብር ፉሲካ</a:t>
            </a:r>
            <a:endParaRPr b="1" sz="3400" u="sng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00000"/>
                </a:solidFill>
              </a:rPr>
              <a:t>ወምድርኒ ትገብር ፉሲካ(2)</a:t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00000"/>
                </a:solidFill>
              </a:rPr>
              <a:t>ተሐጺባ በደመ ክርስቶስ(2)</a:t>
            </a:r>
            <a:endParaRPr b="1" sz="3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idx="1" type="body"/>
          </p:nvPr>
        </p:nvSpPr>
        <p:spPr>
          <a:xfrm>
            <a:off x="311691" y="247200"/>
            <a:ext cx="8520600" cy="46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400" u="sng">
                <a:solidFill>
                  <a:srgbClr val="000000"/>
                </a:solidFill>
              </a:rPr>
              <a:t>ትንሳኤከ</a:t>
            </a:r>
            <a:endParaRPr b="1" sz="3400" u="sng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00000"/>
                </a:solidFill>
              </a:rPr>
              <a:t>ትንሳኤከ ለእለ አመነ(2)</a:t>
            </a:r>
            <a:endParaRPr b="1"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00000"/>
                </a:solidFill>
              </a:rPr>
              <a:t>ብርሃነከ ፈኑ ዲቤነ(2)</a:t>
            </a:r>
            <a:endParaRPr b="1" sz="3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