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nhpKAxvy747kIX0Alynxu3u1b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5" d="100"/>
          <a:sy n="95" d="100"/>
        </p:scale>
        <p:origin x="72" y="1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5319" y="0"/>
            <a:ext cx="51133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body" idx="1"/>
          </p:nvPr>
        </p:nvSpPr>
        <p:spPr>
          <a:xfrm>
            <a:off x="214925" y="325725"/>
            <a:ext cx="8668500" cy="45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 b="1" u="sng" dirty="0">
                <a:solidFill>
                  <a:srgbClr val="000000"/>
                </a:solidFill>
              </a:rPr>
              <a:t>እግዚአብሔር</a:t>
            </a:r>
            <a:endParaRPr sz="2900" b="1" u="sng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900" b="1" dirty="0">
                <a:solidFill>
                  <a:srgbClr val="000000"/>
                </a:solidFill>
              </a:rPr>
              <a:t>እግዚአብሔር /፮/ </a:t>
            </a:r>
            <a:endParaRPr sz="2900" b="1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900" b="1" dirty="0">
                <a:solidFill>
                  <a:srgbClr val="000000"/>
                </a:solidFill>
              </a:rPr>
              <a:t>ለዓለም /፪/ ብርሃንኪ ወመሰረትኪ</a:t>
            </a:r>
            <a:endParaRPr sz="2900" b="1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900" b="1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900" b="1" dirty="0">
                <a:solidFill>
                  <a:srgbClr val="000000"/>
                </a:solidFill>
              </a:rPr>
              <a:t>እግዚአብሔር /፬/</a:t>
            </a:r>
            <a:endParaRPr sz="2900" b="1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2900" b="1" dirty="0">
                <a:solidFill>
                  <a:srgbClr val="000000"/>
                </a:solidFill>
              </a:rPr>
              <a:t>ዘለዓለም /፪/  ብርሃንኪ መሰረትኪ እዩ /፪/</a:t>
            </a:r>
            <a:endParaRPr sz="29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body" idx="1"/>
          </p:nvPr>
        </p:nvSpPr>
        <p:spPr>
          <a:xfrm>
            <a:off x="311705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4100" b="1" u="sng">
                <a:solidFill>
                  <a:srgbClr val="000000"/>
                </a:solidFill>
              </a:rPr>
              <a:t>ማህደረ መለኮት</a:t>
            </a:r>
            <a:endParaRPr sz="4100" b="1" u="sng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4100" b="1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4100" b="1">
                <a:solidFill>
                  <a:srgbClr val="000000"/>
                </a:solidFill>
              </a:rPr>
              <a:t>ማሕደረ መለኮት ኦኦኦ...ት (2) እህ</a:t>
            </a:r>
            <a:endParaRPr sz="4100" b="1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4100" b="1">
                <a:solidFill>
                  <a:srgbClr val="000000"/>
                </a:solidFill>
              </a:rPr>
              <a:t>ማርያም እመ ቡዙሃን (2) እህ</a:t>
            </a:r>
            <a:endParaRPr sz="41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>
            <a:spLocks noGrp="1"/>
          </p:cNvSpPr>
          <p:nvPr>
            <p:ph type="body" idx="1"/>
          </p:nvPr>
        </p:nvSpPr>
        <p:spPr>
          <a:xfrm>
            <a:off x="311705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300" b="1" u="sng" dirty="0">
                <a:solidFill>
                  <a:schemeClr val="dk1"/>
                </a:solidFill>
              </a:rPr>
              <a:t>ገብርኤል አብሠራ</a:t>
            </a:r>
            <a:endParaRPr sz="3300" b="1" u="sng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3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3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3300" b="1" dirty="0">
                <a:solidFill>
                  <a:schemeClr val="dk1"/>
                </a:solidFill>
              </a:rPr>
              <a:t>ገብርኤል አብሠራ/፬/</a:t>
            </a:r>
            <a:endParaRPr sz="33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3300" b="1" dirty="0">
                <a:solidFill>
                  <a:schemeClr val="dk1"/>
                </a:solidFill>
              </a:rPr>
              <a:t>ለማርያም ወይቤላ ትወልዲ ወልደ/፬/እህ</a:t>
            </a:r>
            <a:endParaRPr sz="33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" y="-3"/>
            <a:ext cx="9144000" cy="5143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500" b="1" u="sng" dirty="0">
                <a:solidFill>
                  <a:schemeClr val="tx1"/>
                </a:solidFill>
              </a:rPr>
              <a:t>ንሴንሴብሖ ለእግዚአብሔር</a:t>
            </a:r>
            <a:endParaRPr sz="3500" b="1" u="sng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5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3500" b="1" dirty="0">
                <a:solidFill>
                  <a:schemeClr val="tx1"/>
                </a:solidFill>
              </a:rPr>
              <a:t>ንሴብሖ/፪/ለእግዚአብሔር/፪/</a:t>
            </a:r>
            <a:endParaRPr sz="35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3500" b="1" dirty="0">
                <a:solidFill>
                  <a:schemeClr val="tx1"/>
                </a:solidFill>
              </a:rPr>
              <a:t>ስቡሓ ዘተሰብሓ/፬/</a:t>
            </a:r>
            <a:endParaRPr sz="35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5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3500" b="1" dirty="0">
                <a:solidFill>
                  <a:schemeClr val="tx1"/>
                </a:solidFill>
              </a:rPr>
              <a:t>ነመስግኖ/፪/ ንእግዚአብሔር(2)</a:t>
            </a:r>
            <a:endParaRPr sz="35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3500" b="1" dirty="0">
                <a:solidFill>
                  <a:schemeClr val="tx1"/>
                </a:solidFill>
              </a:rPr>
              <a:t>  ምስጉን እዩ ዝተመስገነ/፬/እህ</a:t>
            </a:r>
            <a:endParaRPr sz="35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240750" y="321302"/>
            <a:ext cx="8662500" cy="4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 b="1" u="sng" dirty="0">
                <a:solidFill>
                  <a:schemeClr val="tx1"/>
                </a:solidFill>
              </a:rPr>
              <a:t>ሰላም ለኪ</a:t>
            </a:r>
            <a:endParaRPr sz="30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3000" b="1" dirty="0">
                <a:solidFill>
                  <a:schemeClr val="tx1"/>
                </a:solidFill>
              </a:rPr>
              <a:t>ሰላም ለኪ እንዘ ንሰግድ ንብለኪ </a:t>
            </a:r>
            <a:endParaRPr sz="30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3000" b="1" dirty="0">
                <a:solidFill>
                  <a:schemeClr val="tx1"/>
                </a:solidFill>
              </a:rPr>
              <a:t>ማርያም እምነ ናስተበቊዓኪ እምኣርዌ ነዓዊ ተማሕጸነ ብኪ(2)</a:t>
            </a:r>
            <a:endParaRPr sz="30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3000" b="1" dirty="0">
                <a:solidFill>
                  <a:schemeClr val="tx1"/>
                </a:solidFill>
              </a:rPr>
              <a:t>በእንተ ሃና እምኪ ወእያቄም ኣቡኪ ማህበረነ ዮም (3) ድንግል ባርኪ (2)</a:t>
            </a:r>
            <a:endParaRPr sz="3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/>
        </p:nvSpPr>
        <p:spPr>
          <a:xfrm>
            <a:off x="1906500" y="165750"/>
            <a:ext cx="5331000" cy="4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መላእክት እዮም ዘገልግሉ</a:t>
            </a:r>
            <a:endParaRPr sz="23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ክብሪ ንዓካ እናበሉ</a:t>
            </a:r>
            <a:endParaRPr sz="23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መላእክት እዮም ዘገልግሉ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ክብሪ ንዓካ እናበሉ (4)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ካብ ኣምላክ ናብ ሰብ ምሕረት ዘውርዱ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ንድሕነት ዓለም ቶም ዘማልዱ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ምግቦም ምስጋና  ምስጋና ምግቦም 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ሓያል ሽም ኣምላክ ይሽከሙ እዮም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ቅዱስ ሚካኤል ሓያል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መራሒ ንቤት እስራኤል (2)</a:t>
            </a:r>
            <a:endParaRPr sz="2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1/5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2/5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2328446" y="343650"/>
            <a:ext cx="4487100" cy="4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ሓለቃ መላእክት ብልዑል ምክሪ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ኣብ ምድረ ሲና ድንቅ ገባሪ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ናይ ኣምላኩ ሽም ንሱስ ኣለዎ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ትምክሕቲ ሰይጣን በታቲንዎ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ቅድስ ገብርኤል መልአክ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ንሓጎስ ብስራት ዝልኣክ (2)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ቁዛመ ሓዘን እናቆዘምና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ብቀትሩ ከሎ ፀልማት ኮይንና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ገብርኤል መፀ እናበረረ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መፅናዕኒዒና ብስራት ነገረ 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3/5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2011497" y="521700"/>
            <a:ext cx="5121000" cy="4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ቅዱስ ሩፋኤል ብፅንዓት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ዘመድ ወገኑ ንጦቢት (2)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ፈታሂ ማህፀን ስሙ ሩፋኤል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ካብ ማእከል ኣሕሉክ ሓደ ናይ ሉኡል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ንከይንጠፍእ ሞት ከይገንሐና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ምሕረት ካብ ኣምላክ ዝልምነልና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ቅድስ ኡራኤል ብርሃናዊ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ዘስቲ ጥበብ ሰማያዊ(2)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1976100" y="165750"/>
            <a:ext cx="5191800" cy="4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ብርሃናት ኩሎም በብነገዶም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ብኣምላኩ ሽም ዘማሓድሮም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ብቅዱስ ፅዋእ ኣብ ጐለጎታ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በፂሑ ኣብ ዓለም ቅዱስ ደም ጎይታ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ስራፍኤል መልኣክ ኣብ ኣርያሙ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ብፍርሓት ዝዓጥኑ ንስሙ(2)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ብክንፎም  ንገፆም ንእግሮም ሸፊኖም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እናሸብሸብሉ ምግቦም ምስጋንኦም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ቅዱስ(3) ሓያል እናበሉ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ንዘልዓለም ዓለም ዕረፍቲ ዘይብሎም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5/5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2149800" y="699600"/>
            <a:ext cx="4844400" cy="3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ኩሩቤል እዮም ዝከበሩ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መንበር ስላሴ ዝፀሩ(2)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ብመለኮት ግርማ ኣብ ዘፍርሕ ሓዊ 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ከመይ ይሽከሙ መንበር ሰማያዊ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ዘድምፅ ኣሰሮም ብዙሕ ኣዕይንቶም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ብስብሓት ይነብሩ ንዝፀሮም ፀይሮም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መላእክቲ እዮም ዘገልግሉ</a:t>
            </a:r>
            <a:endParaRPr sz="2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ክብሪ ንዓካ እናበሉ (2)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340</Words>
  <Application>Microsoft Office PowerPoint</Application>
  <PresentationFormat>On-screen Show (16:9)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Mulualem Hailom</cp:lastModifiedBy>
  <cp:revision>2</cp:revision>
  <dcterms:modified xsi:type="dcterms:W3CDTF">2025-09-07T14:37:14Z</dcterms:modified>
</cp:coreProperties>
</file>