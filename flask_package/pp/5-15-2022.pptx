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101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68F1-E7ED-5621-0D96-F2AA43F12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88CFE-F0D1-CD3B-90C6-55902928A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DA08D-02A4-B603-1C76-238609CE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87736-78B4-4008-F324-A93622CB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9ADC5-7084-529A-2666-63BE0BBB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D842-FD45-02B7-E1F9-DA16EA93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2FCA4-7673-EA25-8620-92EDB6743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B59E4-DEF9-0132-C3F0-46F4C0EA8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158CF-F933-19BA-D178-BEC87EB6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34652-032F-9C3D-3E2D-A40ABCC0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81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952B-1F6C-0AF8-395D-D88CDE03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7F7FA-3736-F9E1-F95B-19F9196DF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01F4E-204E-57AD-2CE2-7A549A58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F8B5D-34C6-0F16-F0CB-40153A61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1D3D3-8069-4F0A-C682-4DADF415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9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EC9E6-868C-89C4-C5D3-39F1632D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43184-64F8-9377-64EB-19A2B05BB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83F7D-42B5-5D94-26F0-1586C8897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948BB-63F2-5ACE-96B7-9F1C2C45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BA7A8-2223-F9E1-B036-A41E0ACD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CE68E-7880-4193-D934-B4230B09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8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3285-EA7B-811A-32F0-2AD38ABF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26C69-D27E-0AD9-4E57-208CFF8B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6EE43-93EA-E895-2695-78C5143DF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F0175-9333-9F00-5AC6-E059A2C93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5E3F7-01A4-59E3-4178-CF19313DF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3CC5E3-20DB-42FC-3306-CDFBF782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C58E5-6884-BC9C-B1B7-9618465D2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E50269-D7D4-1444-E660-1C1611C1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1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7D50-8D5F-C5B2-C4CF-71979F86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5014D3-DA2B-952F-E51A-E37ABE62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EA0C5-1BE4-DC6F-D4E0-AE0FF8ED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37DB5-530C-0DBD-B4CE-52D45FC4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5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7C727-067D-C09A-159E-5B96E0CA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ECC7E-ED1D-0450-FCF1-85F03E90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915A8-69A2-7D9B-4B95-9C6359E0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6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A9A3C-3CAA-9FCF-CBC7-1930ACE9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8CF63-754B-A800-C290-CAA80D4BF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A0B1B-C789-15C4-7E84-29B57064B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5C947-FCBD-8F5C-A549-1BACA663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E912F-89DF-16A3-FB14-49D840C7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80D39-430C-18BD-9152-AEA4B543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3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1E06-1411-1A24-D27F-29E524B9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28780D-6DCB-1079-3CA4-8F0F26450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A2A29-43DB-E2AC-9D2B-6D84E59B4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E0FA1-1D7C-ED8D-F8A4-9A922EDFB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CB81D-1AFD-58C4-DB8E-348C2804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92BE0-E020-6488-507C-0C117018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BF9B-5B6C-2E50-ED4C-AB166883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5C89E-0D24-6755-BCE2-D9046E111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D4DFC-42EA-3217-269A-CF7B049DB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48586-B6F5-F57D-EAB9-68D28809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8F1A5-9F13-A46C-65D7-3CFC3960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99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92AA93-479A-B915-1CA2-37F1CD819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1FFAB-B719-5D10-9B85-29771D2EB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2DCA2-C5A3-F7E0-2390-93149653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94FF8-DC0A-D9E7-3544-5EF0DFA6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60B45-DB15-7913-4602-56CCC984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4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30D789-77A0-F0EE-DB8A-18332133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94D48-2CD6-1260-0808-2AF891B85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DADB-A7A8-E89A-4F6C-ED28D5C58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3F56C-BF95-4527-935F-1B850CD3DE1A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E54C6-1FED-0F3E-CE39-12717CFB3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AADE5-2024-90FE-2715-391402E1C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A0BF5-913D-4A67-BF10-1DBCFE024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3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0896BB-D479-4859-96F0-0A1C829D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E9B08919-4088-4FCA-BD60-173C6C3DE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946" y="720389"/>
            <a:ext cx="4144108" cy="417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59ABB2C-3BF1-46DE-81FC-7EC2C3517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077" y="5002282"/>
            <a:ext cx="463061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ያሬዳዊ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ዝማሬ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ብግዕዝን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ብትግርኛን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7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8B39-67D5-150B-CD38-F95D0592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3814" y="3131575"/>
            <a:ext cx="5259707" cy="1325563"/>
          </a:xfrm>
        </p:spPr>
        <p:txBody>
          <a:bodyPr>
            <a:normAutofit/>
          </a:bodyPr>
          <a:lstStyle/>
          <a:p>
            <a:r>
              <a:rPr lang="en-US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ኃይልየ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ሥላሴ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D0D3-F869-46D0-944C-6EC60E19E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36816" cy="5254922"/>
          </a:xfrm>
          <a:custGeom>
            <a:avLst/>
            <a:gdLst>
              <a:gd name="connsiteX0" fmla="*/ 0 w 6136816"/>
              <a:gd name="connsiteY0" fmla="*/ 0 h 5254922"/>
              <a:gd name="connsiteX1" fmla="*/ 6136816 w 6136816"/>
              <a:gd name="connsiteY1" fmla="*/ 0 h 5254922"/>
              <a:gd name="connsiteX2" fmla="*/ 6134892 w 6136816"/>
              <a:gd name="connsiteY2" fmla="*/ 111520 h 5254922"/>
              <a:gd name="connsiteX3" fmla="*/ 6066513 w 6136816"/>
              <a:gd name="connsiteY3" fmla="*/ 752995 h 5254922"/>
              <a:gd name="connsiteX4" fmla="*/ 140712 w 6136816"/>
              <a:gd name="connsiteY4" fmla="*/ 5219363 h 5254922"/>
              <a:gd name="connsiteX5" fmla="*/ 0 w 6136816"/>
              <a:gd name="connsiteY5" fmla="*/ 5199534 h 5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6816" h="5254922">
                <a:moveTo>
                  <a:pt x="0" y="0"/>
                </a:moveTo>
                <a:lnTo>
                  <a:pt x="6136816" y="0"/>
                </a:lnTo>
                <a:lnTo>
                  <a:pt x="6134892" y="111520"/>
                </a:lnTo>
                <a:cubicBezTo>
                  <a:pt x="6124961" y="323936"/>
                  <a:pt x="6102367" y="538040"/>
                  <a:pt x="6066513" y="752995"/>
                </a:cubicBezTo>
                <a:cubicBezTo>
                  <a:pt x="5592281" y="3596146"/>
                  <a:pt x="2972232" y="5545369"/>
                  <a:pt x="140712" y="5219363"/>
                </a:cubicBezTo>
                <a:lnTo>
                  <a:pt x="0" y="5199534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olorful, ride&#10;&#10;Description automatically generated">
            <a:extLst>
              <a:ext uri="{FF2B5EF4-FFF2-40B4-BE49-F238E27FC236}">
                <a16:creationId xmlns:a16="http://schemas.microsoft.com/office/drawing/2014/main" id="{07C15BDE-A668-9CD3-5A48-F6C66AF210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4" b="9363"/>
          <a:stretch/>
        </p:blipFill>
        <p:spPr>
          <a:xfrm>
            <a:off x="1" y="2"/>
            <a:ext cx="5863721" cy="4984915"/>
          </a:xfrm>
          <a:custGeom>
            <a:avLst/>
            <a:gdLst/>
            <a:ahLst/>
            <a:cxnLst/>
            <a:rect l="l" t="t" r="r" b="b"/>
            <a:pathLst>
              <a:path w="5863721" h="4984915">
                <a:moveTo>
                  <a:pt x="0" y="0"/>
                </a:moveTo>
                <a:lnTo>
                  <a:pt x="5863721" y="0"/>
                </a:lnTo>
                <a:lnTo>
                  <a:pt x="5844576" y="326138"/>
                </a:lnTo>
                <a:cubicBezTo>
                  <a:pt x="5833049" y="448313"/>
                  <a:pt x="5817094" y="570952"/>
                  <a:pt x="5796589" y="693884"/>
                </a:cubicBezTo>
                <a:cubicBezTo>
                  <a:pt x="5344573" y="3403845"/>
                  <a:pt x="2847261" y="5261756"/>
                  <a:pt x="148386" y="4951022"/>
                </a:cubicBezTo>
                <a:lnTo>
                  <a:pt x="0" y="493011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95EE3-D673-BDAE-C557-FDA5CF9D0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6558" y="4647501"/>
            <a:ext cx="7065408" cy="2071257"/>
          </a:xfrm>
        </p:spPr>
        <p:txBody>
          <a:bodyPr anchor="t"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ኃይልየ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ሥላሴ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ወፀወንየ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ሥላሴ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በስመ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ሥላሴ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እቀጠቅጥ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ከይሴ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እኽ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57548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8B39-67D5-150B-CD38-F95D0592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303" y="3794356"/>
            <a:ext cx="5259707" cy="1325563"/>
          </a:xfrm>
        </p:spPr>
        <p:txBody>
          <a:bodyPr>
            <a:normAutofit/>
          </a:bodyPr>
          <a:lstStyle/>
          <a:p>
            <a:r>
              <a:rPr lang="en-US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አዕይንታ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ዘርግብ</a:t>
            </a:r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357DD0D3-F869-46D0-944C-6EC60E19E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36816" cy="5254922"/>
          </a:xfrm>
          <a:custGeom>
            <a:avLst/>
            <a:gdLst>
              <a:gd name="connsiteX0" fmla="*/ 0 w 6136816"/>
              <a:gd name="connsiteY0" fmla="*/ 0 h 5254922"/>
              <a:gd name="connsiteX1" fmla="*/ 6136816 w 6136816"/>
              <a:gd name="connsiteY1" fmla="*/ 0 h 5254922"/>
              <a:gd name="connsiteX2" fmla="*/ 6134892 w 6136816"/>
              <a:gd name="connsiteY2" fmla="*/ 111520 h 5254922"/>
              <a:gd name="connsiteX3" fmla="*/ 6066513 w 6136816"/>
              <a:gd name="connsiteY3" fmla="*/ 752995 h 5254922"/>
              <a:gd name="connsiteX4" fmla="*/ 140712 w 6136816"/>
              <a:gd name="connsiteY4" fmla="*/ 5219363 h 5254922"/>
              <a:gd name="connsiteX5" fmla="*/ 0 w 6136816"/>
              <a:gd name="connsiteY5" fmla="*/ 5199534 h 5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6816" h="5254922">
                <a:moveTo>
                  <a:pt x="0" y="0"/>
                </a:moveTo>
                <a:lnTo>
                  <a:pt x="6136816" y="0"/>
                </a:lnTo>
                <a:lnTo>
                  <a:pt x="6134892" y="111520"/>
                </a:lnTo>
                <a:cubicBezTo>
                  <a:pt x="6124961" y="323936"/>
                  <a:pt x="6102367" y="538040"/>
                  <a:pt x="6066513" y="752995"/>
                </a:cubicBezTo>
                <a:cubicBezTo>
                  <a:pt x="5592281" y="3596146"/>
                  <a:pt x="2972232" y="5545369"/>
                  <a:pt x="140712" y="5219363"/>
                </a:cubicBezTo>
                <a:lnTo>
                  <a:pt x="0" y="5199534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 descr="A painting of a person holding a baby&#10;&#10;Description automatically generated with medium confidence">
            <a:extLst>
              <a:ext uri="{FF2B5EF4-FFF2-40B4-BE49-F238E27FC236}">
                <a16:creationId xmlns:a16="http://schemas.microsoft.com/office/drawing/2014/main" id="{F4E7A226-D777-796B-6178-80B7757062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6" r="1" b="29736"/>
          <a:stretch/>
        </p:blipFill>
        <p:spPr>
          <a:xfrm>
            <a:off x="1" y="2"/>
            <a:ext cx="5863721" cy="4984915"/>
          </a:xfrm>
          <a:custGeom>
            <a:avLst/>
            <a:gdLst/>
            <a:ahLst/>
            <a:cxnLst/>
            <a:rect l="l" t="t" r="r" b="b"/>
            <a:pathLst>
              <a:path w="5863721" h="4984915">
                <a:moveTo>
                  <a:pt x="0" y="0"/>
                </a:moveTo>
                <a:lnTo>
                  <a:pt x="5863721" y="0"/>
                </a:lnTo>
                <a:lnTo>
                  <a:pt x="5844576" y="326138"/>
                </a:lnTo>
                <a:cubicBezTo>
                  <a:pt x="5833049" y="448313"/>
                  <a:pt x="5817094" y="570952"/>
                  <a:pt x="5796589" y="693884"/>
                </a:cubicBezTo>
                <a:cubicBezTo>
                  <a:pt x="5344573" y="3403845"/>
                  <a:pt x="2847261" y="5261756"/>
                  <a:pt x="148386" y="4951022"/>
                </a:cubicBezTo>
                <a:lnTo>
                  <a:pt x="0" y="493011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95EE3-D673-BDAE-C557-FDA5CF9D0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652" y="5081450"/>
            <a:ext cx="8707772" cy="1638641"/>
          </a:xfrm>
        </p:spPr>
        <p:txBody>
          <a:bodyPr anchor="t"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አዕይንታ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ዘርግብ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ኢያቄም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ወለዳ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ኢያቄም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ወለዳ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፭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ዘርግብ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ኢያቄም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ወለዳ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እኸ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፫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647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8B39-67D5-150B-CD38-F95D0592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8611" y="3939732"/>
            <a:ext cx="5006336" cy="1325563"/>
          </a:xfrm>
        </p:spPr>
        <p:txBody>
          <a:bodyPr>
            <a:normAutofit/>
          </a:bodyPr>
          <a:lstStyle/>
          <a:p>
            <a:r>
              <a:rPr lang="en-US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ለሃገረ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ትግራይ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ሰላማ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D9AAAF1-750C-76AE-1AE0-985096B4BB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8355"/>
          <a:stretch/>
        </p:blipFill>
        <p:spPr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95EE3-D673-BDAE-C557-FDA5CF9D0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5465" y="5376794"/>
            <a:ext cx="6692629" cy="1325563"/>
          </a:xfrm>
        </p:spPr>
        <p:txBody>
          <a:bodyPr anchor="t"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ለሃገረ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ትግራይ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ሰላማ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ኪያከ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ትዓቅብ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ኣባ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ኦ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ኣባ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ገብረመንፈስ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ቅዱስ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200" dirty="0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፪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effectLst/>
                <a:latin typeface="Ebrima" panose="02000000000000000000" pitchFamily="2" charset="0"/>
                <a:ea typeface="Calibri" panose="020F0502020204030204" pitchFamily="34" charset="0"/>
                <a:cs typeface="Ebrima" panose="02000000000000000000" pitchFamily="2" charset="0"/>
              </a:rPr>
              <a:t>ኣባ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324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74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Ebrima</vt:lpstr>
      <vt:lpstr>Office Theme</vt:lpstr>
      <vt:lpstr>PowerPoint Presentation</vt:lpstr>
      <vt:lpstr>ኃይልየ ሥላሴ </vt:lpstr>
      <vt:lpstr>አዕይንታ ዘርግብ</vt:lpstr>
      <vt:lpstr>ለሃገረ ትግራይ ሰላማ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Mulualem Hailom</dc:creator>
  <cp:lastModifiedBy>Mulualem Hailom</cp:lastModifiedBy>
  <cp:revision>2</cp:revision>
  <dcterms:created xsi:type="dcterms:W3CDTF">2022-05-15T00:44:43Z</dcterms:created>
  <dcterms:modified xsi:type="dcterms:W3CDTF">2022-05-15T03:40:40Z</dcterms:modified>
</cp:coreProperties>
</file>