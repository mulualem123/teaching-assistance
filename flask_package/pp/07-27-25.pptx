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DE5F52-E1F3-444D-A1C1-3DE295019899}">
  <a:tblStyle styleId="{1BDE5F52-E1F3-444D-A1C1-3DE2950198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683cde330a55af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6683cde330a55af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683cde330a55af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683cde330a55af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6683cde330a55af7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6683cde330a55af7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6683cde330a55af7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6683cde330a55af7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6683cde330a55af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6683cde330a55af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683cde330a55af7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683cde330a55af7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5b03f1457cacef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5b03f1457cacef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f5b03f1457cacef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f5b03f1457cacef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5b03f1457cacef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5b03f1457cacef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f5b03f1457cacef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f5b03f1457cacef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319" y="0"/>
            <a:ext cx="51133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214925" y="325725"/>
            <a:ext cx="8668500" cy="4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 u="sng"/>
              <a:t>ምስጉን ኢኻ</a:t>
            </a:r>
            <a:endParaRPr b="1" sz="4600" u="sng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600"/>
              <a:t>ምስጉን ኢኻ ንዘልአለም/2/ እህ</a:t>
            </a:r>
            <a:endParaRPr sz="46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600"/>
              <a:t>ንዘልአለም አማኑኤል/2/ እህ</a:t>
            </a:r>
            <a:endParaRPr sz="4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391" y="247200"/>
            <a:ext cx="8520600" cy="464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 u="sng"/>
              <a:t>ናይ ማርያም ቃላ</a:t>
            </a:r>
            <a:endParaRPr b="1" sz="5300" u="sng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300"/>
              <a:t>ናይ ማርያም ቃላ መዓር 'ዩ/2/</a:t>
            </a:r>
            <a:endParaRPr sz="5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5300"/>
              <a:t>ኩሉ ነገራ ሰላም 'ዩ/4/እህ</a:t>
            </a:r>
            <a:endParaRPr sz="5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240750" y="321305"/>
            <a:ext cx="8662500" cy="45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 u="sng"/>
              <a:t>ንሰማእታት ዝረዳእኻዮም</a:t>
            </a:r>
            <a:endParaRPr b="1" sz="3400" u="sng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/>
              <a:t>ንሰማእታት ዝረዳእኻዮም ካብ ነዳዲ ሓዊ ዘድሓንካዮም /፪/</a:t>
            </a:r>
            <a:endParaRPr sz="3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400"/>
              <a:t>ካብ ክፉእ መዓልቲ /፪/ አድሕነና ካብ ክፉእ መዓልቲ /፪/ እህ</a:t>
            </a:r>
            <a:endParaRPr sz="3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191225" y="207275"/>
            <a:ext cx="8763300" cy="46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 u="sng"/>
              <a:t>ንንበር በሰላም ዕቀበነ</a:t>
            </a:r>
            <a:endParaRPr b="1" sz="2700" u="sng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/>
              <a:t>ንንበር በሰላም ዕቀበነ ዕቀበነ ንንበር በሰላም /2/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/>
              <a:t>ኖላዊ ትጉህ ዘኢትነውም ዕቀበነ ንንበር በሰላም /2/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/>
              <a:t>ንቑሕ ሓላዊና ዘይትድቅስ ዘይትድቅስ ንቑሕ ሓላዊና /2/</a:t>
            </a:r>
            <a:endParaRPr sz="2700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/>
              <a:t>ንነብር ብሰላም ንነብር ብሰላም ሓልወና ንቑሕ ሓላዊና /2/</a:t>
            </a:r>
            <a:endParaRPr sz="2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{1BDE5F52-E1F3-444D-A1C1-3DE295019899}</a:tableStyleId>
              </a:tblPr>
              <a:tblGrid>
                <a:gridCol w="4572000"/>
                <a:gridCol w="4572000"/>
              </a:tblGrid>
              <a:tr h="5143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400" u="sng">
                          <a:solidFill>
                            <a:schemeClr val="dk2"/>
                          </a:solidFill>
                        </a:rPr>
                        <a:t>ማርያም ትግራይና ሓደራ</a:t>
                      </a:r>
                      <a:endParaRPr b="1" sz="2400" u="sng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ድንግል ትግራይና ሓደራ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ጽዮን ህዝብኺ ሓደራ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ዝ’ ለይቲ ሓሊፉ ክንርኢ ወጋሕታ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ለምንልና ድንግል ነቲ ሕያው ጎይታ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ትግራይና ሓደራ</a:t>
                      </a:r>
                      <a:endParaRPr sz="24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ድንግል ትግራይና ሓደራ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ጽዮን ህዝብኺ ሓደራ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ዝ’ ለይቲ ሓሊፉ ክንርኢ ወጋሕታ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ለምንልና ድንግል ነቲ ሕያው ጎይታ</a:t>
                      </a:r>
                      <a:endParaRPr sz="24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400">
                          <a:solidFill>
                            <a:schemeClr val="dk2"/>
                          </a:solidFill>
                        </a:rPr>
                        <a:t>ማርያም ህዝብኺ ሓደራ</a:t>
                      </a:r>
                      <a:endParaRPr sz="24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170186" y="152400"/>
            <a:ext cx="85770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 u="sng"/>
              <a:t>ቅዱስ ገብርኤል</a:t>
            </a:r>
            <a:r>
              <a:rPr lang="en" sz="2700"/>
              <a:t>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[ኣብ መቕረዘይ ዝበርህ ማህቶተይ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ጊዜ ፀበባይ ዘይገድፈኒ በይነይ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ብርሃናዊ መልኣክ ናይ ሰማይ ሓራዊ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ኣምላክ ወሰብእ ስሙ ገብርኤል ዜናዊ] 4X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ክባ ኣናብስት ንበይኑ ኮይኑ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ዳንኤል ኣብ ጉድጓድ ርእሱ ኣድኒኑ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ተስፍኡ እንትፅበ ምስ ረኣኻዮ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ካብ ሰማይ ወሪድካ ዝረዳኣኽዮ</a:t>
            </a:r>
            <a:endParaRPr sz="2700"/>
          </a:p>
        </p:txBody>
      </p:sp>
      <p:sp>
        <p:nvSpPr>
          <p:cNvPr id="85" name="Google Shape;85;p19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1/5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/>
        </p:nvSpPr>
        <p:spPr>
          <a:xfrm>
            <a:off x="75" y="0"/>
            <a:ext cx="91440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 u="sng"/>
              <a:t>ቅዱስ ገብርኤል</a:t>
            </a:r>
            <a:r>
              <a:rPr lang="en" sz="2700"/>
              <a:t>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መቕረዘይ ዝበርህ ማህቶተይ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ጊዜ ፀበባይ ዘይገድፈኒ በይነይ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ብርሃናዊ መልኣክ ናይ ሰማይ ሓራዊ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ኣምላክ ወሰብእ ስሙ ገብርኤል ዜናዊ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ብኣምላኽ ዝኣምኑ ሠለስተ ህፃናት 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እምነት ኣፅኒዖም ከይፈርሑ ንሞት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ፀዊዖም ኣናንያ አዛርያ ሚሳኤል 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</a:rPr>
              <a:t>ሓዊ ኣቑሪርካሎም ገብርኤል ሓያል</a:t>
            </a:r>
            <a:endParaRPr sz="2700"/>
          </a:p>
        </p:txBody>
      </p:sp>
      <p:sp>
        <p:nvSpPr>
          <p:cNvPr id="91" name="Google Shape;91;p20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2/</a:t>
            </a: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/>
        </p:nvSpPr>
        <p:spPr>
          <a:xfrm>
            <a:off x="0" y="0"/>
            <a:ext cx="90669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 u="sng"/>
              <a:t>ቅዱስ ገብርኤል</a:t>
            </a:r>
            <a:r>
              <a:rPr lang="en" sz="2700"/>
              <a:t>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መቕረዘይ ዝበርህ ማህቶተይ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ጊዜ ፀበባይ ዘይገድፈኒ በይነይ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ብርሃናዊ መልኣክ ናይ ሰማይ ሓራዊ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ኣምላክ ወሰብእ ስሙ ገብርኤል ዜናዊ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ነበልባል ሃልሃልታ ኣብ እቶን ነደዱ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ድምፂ ፍላሓቱ ብዙሕ ኣንጎድጒዱ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ቂርቆስ እየሉጣ ንሞት ምስተፈርዱ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ኣድሓኖም ገብርኤል ካብ ሰማይ ወሪዱ</a:t>
            </a:r>
            <a:endParaRPr sz="2700"/>
          </a:p>
        </p:txBody>
      </p:sp>
      <p:sp>
        <p:nvSpPr>
          <p:cNvPr id="97" name="Google Shape;97;p21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/5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/>
        </p:nvSpPr>
        <p:spPr>
          <a:xfrm>
            <a:off x="8" y="204150"/>
            <a:ext cx="91440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 u="sng"/>
              <a:t>ቅዱስ ገብርኤል</a:t>
            </a:r>
            <a:r>
              <a:rPr lang="en" sz="2700"/>
              <a:t>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መቕረዘይ ዝበርህ ማህቶተይ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ኣብ ጊዜ ፀበባይ ዘይገድፈኒ በይነይ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ብርሃናዊ መልኣክ ናይ ሰማይ ሓራዊ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ኣምላክ ወሰብእ ስሙ ገብርኤል ዜናዊ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መንገደይ ቀኒዑ ቅድሚት ምስሓለፍካ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በይነይ እየ ኣይብልን ምሳየ ኾይንኻ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ድርሳንካ ሓፁረይ ፀበልካ ታሪኸይ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ፍቕረይ ብዙሕ እዩ ገብርኤል ኣቦይ</a:t>
            </a:r>
            <a:endParaRPr sz="2700"/>
          </a:p>
        </p:txBody>
      </p:sp>
      <p:sp>
        <p:nvSpPr>
          <p:cNvPr id="103" name="Google Shape;103;p22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r>
              <a:rPr lang="en" sz="1800">
                <a:solidFill>
                  <a:schemeClr val="dk2"/>
                </a:solidFill>
              </a:rPr>
              <a:t>/5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/>
        </p:nvSpPr>
        <p:spPr>
          <a:xfrm>
            <a:off x="-75" y="0"/>
            <a:ext cx="9144000" cy="4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 u="sng"/>
              <a:t>ቅዱስ ገብርኤል</a:t>
            </a:r>
            <a:r>
              <a:rPr lang="en" sz="3300"/>
              <a:t> 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ኣብ መቕረዘይ ዝበርህ ማህቶተይ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ኣብ ጊዜ ፀበባይ ዘይገድፈኒ በይነይ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ብርሃናዊ መልኣክ ናይ ሰማይ ሓራዊ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ኣምላክ ወሰብእ ስሙ ገብርኤል ዜናዊ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(x2)</a:t>
            </a:r>
            <a:endParaRPr sz="3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109" name="Google Shape;109;p23"/>
          <p:cNvSpPr txBox="1"/>
          <p:nvPr/>
        </p:nvSpPr>
        <p:spPr>
          <a:xfrm>
            <a:off x="8545850" y="4684525"/>
            <a:ext cx="598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r>
              <a:rPr lang="en" sz="1800">
                <a:solidFill>
                  <a:schemeClr val="dk2"/>
                </a:solidFill>
              </a:rPr>
              <a:t>/5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