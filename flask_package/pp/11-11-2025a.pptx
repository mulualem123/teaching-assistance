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lualem Hailom" userId="8dca299779c39127" providerId="LiveId" clId="{F6B80B41-666D-4564-A64F-1D40B6A8B636}"/>
    <pc:docChg chg="undo redo custSel addSld modSld">
      <pc:chgData name="Mulualem Hailom" userId="8dca299779c39127" providerId="LiveId" clId="{F6B80B41-666D-4564-A64F-1D40B6A8B636}" dt="2025-11-11T17:35:26.461" v="80" actId="255"/>
      <pc:docMkLst>
        <pc:docMk/>
      </pc:docMkLst>
      <pc:sldChg chg="addSp delSp modSp new mod">
        <pc:chgData name="Mulualem Hailom" userId="8dca299779c39127" providerId="LiveId" clId="{F6B80B41-666D-4564-A64F-1D40B6A8B636}" dt="2025-11-11T17:35:26.461" v="80" actId="255"/>
        <pc:sldMkLst>
          <pc:docMk/>
          <pc:sldMk cId="114837178" sldId="256"/>
        </pc:sldMkLst>
        <pc:spChg chg="mod">
          <ac:chgData name="Mulualem Hailom" userId="8dca299779c39127" providerId="LiveId" clId="{F6B80B41-666D-4564-A64F-1D40B6A8B636}" dt="2025-11-11T17:35:26.461" v="80" actId="255"/>
          <ac:spMkLst>
            <pc:docMk/>
            <pc:sldMk cId="114837178" sldId="256"/>
            <ac:spMk id="2" creationId="{641A8022-85FC-4CB0-A3A4-EAC3AC57CE1C}"/>
          </ac:spMkLst>
        </pc:spChg>
        <pc:spChg chg="del">
          <ac:chgData name="Mulualem Hailom" userId="8dca299779c39127" providerId="LiveId" clId="{F6B80B41-666D-4564-A64F-1D40B6A8B636}" dt="2025-11-11T17:33:39.294" v="1" actId="21"/>
          <ac:spMkLst>
            <pc:docMk/>
            <pc:sldMk cId="114837178" sldId="256"/>
            <ac:spMk id="3" creationId="{F70B6253-CB44-4FF3-97E3-5931ADE1BA14}"/>
          </ac:spMkLst>
        </pc:spChg>
        <pc:spChg chg="add mod">
          <ac:chgData name="Mulualem Hailom" userId="8dca299779c39127" providerId="LiveId" clId="{F6B80B41-666D-4564-A64F-1D40B6A8B636}" dt="2025-11-11T17:35:22.071" v="79" actId="1076"/>
          <ac:spMkLst>
            <pc:docMk/>
            <pc:sldMk cId="114837178" sldId="256"/>
            <ac:spMk id="4" creationId="{48EA504A-D561-4902-ACFC-0445383F676B}"/>
          </ac:spMkLst>
        </pc:spChg>
        <pc:spChg chg="add del">
          <ac:chgData name="Mulualem Hailom" userId="8dca299779c39127" providerId="LiveId" clId="{F6B80B41-666D-4564-A64F-1D40B6A8B636}" dt="2025-11-11T17:35:01.504" v="15" actId="22"/>
          <ac:spMkLst>
            <pc:docMk/>
            <pc:sldMk cId="114837178" sldId="256"/>
            <ac:spMk id="6" creationId="{C6B3D884-7278-4E69-A5AB-2E1E069C9F7E}"/>
          </ac:spMkLst>
        </pc:spChg>
      </pc:sldChg>
      <pc:sldMasterChg chg="addSldLayout">
        <pc:chgData name="Mulualem Hailom" userId="8dca299779c39127" providerId="LiveId" clId="{F6B80B41-666D-4564-A64F-1D40B6A8B636}" dt="2025-11-11T17:33:06.997" v="0" actId="680"/>
        <pc:sldMasterMkLst>
          <pc:docMk/>
          <pc:sldMasterMk cId="1922079528" sldId="2147483648"/>
        </pc:sldMasterMkLst>
        <pc:sldLayoutChg chg="add">
          <pc:chgData name="Mulualem Hailom" userId="8dca299779c39127" providerId="LiveId" clId="{F6B80B41-666D-4564-A64F-1D40B6A8B636}" dt="2025-11-11T17:33:06.997" v="0" actId="680"/>
          <pc:sldLayoutMkLst>
            <pc:docMk/>
            <pc:sldMasterMk cId="1922079528" sldId="2147483648"/>
            <pc:sldLayoutMk cId="3616919697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FCCD-C8A7-4E35-A711-1A1EACD8D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5E2B6-3FE5-4C2A-8287-39795AFEF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169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07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8022-85FC-4CB0-A3A4-EAC3AC57C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8180"/>
            <a:ext cx="9144000" cy="1660849"/>
          </a:xfrm>
        </p:spPr>
        <p:txBody>
          <a:bodyPr/>
          <a:lstStyle/>
          <a:p>
            <a:r>
              <a:rPr lang="am-ET" sz="4400" dirty="0"/>
              <a:t>ዓሪጉ ብዕልልታ 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A504A-D561-4902-ACFC-0445383F676B}"/>
              </a:ext>
            </a:extLst>
          </p:cNvPr>
          <p:cNvSpPr txBox="1"/>
          <p:nvPr/>
        </p:nvSpPr>
        <p:spPr>
          <a:xfrm>
            <a:off x="3732245" y="2782669"/>
            <a:ext cx="5121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m-ET" b="0" i="0" dirty="0">
                <a:solidFill>
                  <a:srgbClr val="212529"/>
                </a:solidFill>
                <a:effectLst/>
                <a:latin typeface="system-ui"/>
              </a:rPr>
              <a:t>ዓሪጉ ብዕልልታ ብምስጋና ብዕልልታ ዓሪጉ ብምስጋና ብዕልልታ /፪/ </a:t>
            </a:r>
            <a:endParaRPr lang="en-US" b="0" i="0" dirty="0">
              <a:solidFill>
                <a:srgbClr val="212529"/>
              </a:solidFill>
              <a:effectLst/>
              <a:latin typeface="system-ui"/>
            </a:endParaRPr>
          </a:p>
          <a:p>
            <a:r>
              <a:rPr lang="am-ET" b="0" i="0" dirty="0">
                <a:solidFill>
                  <a:srgbClr val="212529"/>
                </a:solidFill>
                <a:effectLst/>
                <a:latin typeface="system-ui"/>
              </a:rPr>
              <a:t>ንሞት ስዒሩ ናይ ሰራዊት ጎይታ ዓሪጉ ብምስጋና ብዕልልታ /፪/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37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Nyala</vt:lpstr>
      <vt:lpstr>system-ui</vt:lpstr>
      <vt:lpstr>Office Theme</vt:lpstr>
      <vt:lpstr>ዓሪጉ ብዕልልታ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ዓሪጉ ብዕልልታ </dc:title>
  <dc:creator>Mulualem Hailom</dc:creator>
  <cp:lastModifiedBy>Mulualem Hailom</cp:lastModifiedBy>
  <cp:revision>1</cp:revision>
  <dcterms:created xsi:type="dcterms:W3CDTF">2025-11-11T17:32:57Z</dcterms:created>
  <dcterms:modified xsi:type="dcterms:W3CDTF">2025-11-11T17:35:31Z</dcterms:modified>
</cp:coreProperties>
</file>